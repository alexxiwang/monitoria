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9" r:id="rId4"/>
    <p:sldId id="268" r:id="rId5"/>
    <p:sldId id="258" r:id="rId6"/>
    <p:sldId id="259" r:id="rId7"/>
    <p:sldId id="261" r:id="rId8"/>
    <p:sldId id="262" r:id="rId9"/>
    <p:sldId id="266" r:id="rId10"/>
    <p:sldId id="263" r:id="rId11"/>
    <p:sldId id="267" r:id="rId12"/>
    <p:sldId id="265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6A3BEF-8268-40E7-8233-2095B0AF3C4D}" v="7" dt="2026-09-28T20:29:13.1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32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ck Cardoso Mendes" userId="47087318c6d4c446" providerId="LiveId" clId="{0E963BEA-A2CC-426E-A2F1-50F0E786C435}"/>
    <pc:docChg chg="undo custSel addSld modSld">
      <pc:chgData name="Erick Cardoso Mendes" userId="47087318c6d4c446" providerId="LiveId" clId="{0E963BEA-A2CC-426E-A2F1-50F0E786C435}" dt="2026-09-28T20:45:47.963" v="120" actId="1076"/>
      <pc:docMkLst>
        <pc:docMk/>
      </pc:docMkLst>
      <pc:sldChg chg="addSp delSp mod">
        <pc:chgData name="Erick Cardoso Mendes" userId="47087318c6d4c446" providerId="LiveId" clId="{0E963BEA-A2CC-426E-A2F1-50F0E786C435}" dt="2026-09-28T17:11:54.529" v="5" actId="478"/>
        <pc:sldMkLst>
          <pc:docMk/>
          <pc:sldMk cId="2138210437" sldId="257"/>
        </pc:sldMkLst>
        <pc:picChg chg="add del">
          <ac:chgData name="Erick Cardoso Mendes" userId="47087318c6d4c446" providerId="LiveId" clId="{0E963BEA-A2CC-426E-A2F1-50F0E786C435}" dt="2026-09-28T17:11:36.165" v="2" actId="478"/>
          <ac:picMkLst>
            <pc:docMk/>
            <pc:sldMk cId="2138210437" sldId="257"/>
            <ac:picMk id="12" creationId="{BF8A2B13-F4F4-046F-4851-E8109991FA15}"/>
          </ac:picMkLst>
        </pc:picChg>
        <pc:picChg chg="add del">
          <ac:chgData name="Erick Cardoso Mendes" userId="47087318c6d4c446" providerId="LiveId" clId="{0E963BEA-A2CC-426E-A2F1-50F0E786C435}" dt="2026-09-28T17:11:54.529" v="5" actId="478"/>
          <ac:picMkLst>
            <pc:docMk/>
            <pc:sldMk cId="2138210437" sldId="257"/>
            <ac:picMk id="13" creationId="{28FF2EB6-DCB3-A3AB-BCAB-350E5BC24FF9}"/>
          </ac:picMkLst>
        </pc:picChg>
      </pc:sldChg>
      <pc:sldChg chg="modSp mod">
        <pc:chgData name="Erick Cardoso Mendes" userId="47087318c6d4c446" providerId="LiveId" clId="{0E963BEA-A2CC-426E-A2F1-50F0E786C435}" dt="2026-09-28T20:30:27.726" v="116" actId="14100"/>
        <pc:sldMkLst>
          <pc:docMk/>
          <pc:sldMk cId="255321522" sldId="258"/>
        </pc:sldMkLst>
        <pc:spChg chg="mod">
          <ac:chgData name="Erick Cardoso Mendes" userId="47087318c6d4c446" providerId="LiveId" clId="{0E963BEA-A2CC-426E-A2F1-50F0E786C435}" dt="2026-09-28T20:30:27.726" v="116" actId="14100"/>
          <ac:spMkLst>
            <pc:docMk/>
            <pc:sldMk cId="255321522" sldId="258"/>
            <ac:spMk id="2" creationId="{1E496406-7146-4802-8D43-708D15E0FC75}"/>
          </ac:spMkLst>
        </pc:spChg>
        <pc:spChg chg="mod">
          <ac:chgData name="Erick Cardoso Mendes" userId="47087318c6d4c446" providerId="LiveId" clId="{0E963BEA-A2CC-426E-A2F1-50F0E786C435}" dt="2026-09-28T20:29:19.260" v="115" actId="20577"/>
          <ac:spMkLst>
            <pc:docMk/>
            <pc:sldMk cId="255321522" sldId="258"/>
            <ac:spMk id="7" creationId="{D19E3A80-3B43-4A22-94AC-8DB7A1BCB292}"/>
          </ac:spMkLst>
        </pc:spChg>
      </pc:sldChg>
      <pc:sldChg chg="modSp mod">
        <pc:chgData name="Erick Cardoso Mendes" userId="47087318c6d4c446" providerId="LiveId" clId="{0E963BEA-A2CC-426E-A2F1-50F0E786C435}" dt="2026-09-28T20:38:54.384" v="117" actId="14100"/>
        <pc:sldMkLst>
          <pc:docMk/>
          <pc:sldMk cId="1132788708" sldId="261"/>
        </pc:sldMkLst>
        <pc:spChg chg="mod">
          <ac:chgData name="Erick Cardoso Mendes" userId="47087318c6d4c446" providerId="LiveId" clId="{0E963BEA-A2CC-426E-A2F1-50F0E786C435}" dt="2026-09-28T20:38:54.384" v="117" actId="14100"/>
          <ac:spMkLst>
            <pc:docMk/>
            <pc:sldMk cId="1132788708" sldId="261"/>
            <ac:spMk id="14" creationId="{319B78D1-9DF8-4280-9778-D30ADBD34407}"/>
          </ac:spMkLst>
        </pc:spChg>
      </pc:sldChg>
      <pc:sldChg chg="modSp mod">
        <pc:chgData name="Erick Cardoso Mendes" userId="47087318c6d4c446" providerId="LiveId" clId="{0E963BEA-A2CC-426E-A2F1-50F0E786C435}" dt="2026-09-28T20:45:47.963" v="120" actId="1076"/>
        <pc:sldMkLst>
          <pc:docMk/>
          <pc:sldMk cId="1817198151" sldId="262"/>
        </pc:sldMkLst>
        <pc:spChg chg="mod">
          <ac:chgData name="Erick Cardoso Mendes" userId="47087318c6d4c446" providerId="LiveId" clId="{0E963BEA-A2CC-426E-A2F1-50F0E786C435}" dt="2026-09-28T20:45:28.312" v="118" actId="14100"/>
          <ac:spMkLst>
            <pc:docMk/>
            <pc:sldMk cId="1817198151" sldId="262"/>
            <ac:spMk id="2" creationId="{42CB5DA4-9FFA-4826-A6D1-2331B2E9173D}"/>
          </ac:spMkLst>
        </pc:spChg>
        <pc:picChg chg="mod">
          <ac:chgData name="Erick Cardoso Mendes" userId="47087318c6d4c446" providerId="LiveId" clId="{0E963BEA-A2CC-426E-A2F1-50F0E786C435}" dt="2026-09-28T20:45:47.963" v="120" actId="1076"/>
          <ac:picMkLst>
            <pc:docMk/>
            <pc:sldMk cId="1817198151" sldId="262"/>
            <ac:picMk id="22" creationId="{74FC7AC9-E1C5-3ED2-6933-71ED54DCE8A0}"/>
          </ac:picMkLst>
        </pc:picChg>
      </pc:sldChg>
      <pc:sldChg chg="addSp delSp modSp mod modAnim">
        <pc:chgData name="Erick Cardoso Mendes" userId="47087318c6d4c446" providerId="LiveId" clId="{0E963BEA-A2CC-426E-A2F1-50F0E786C435}" dt="2026-09-28T19:31:56.123" v="85" actId="14100"/>
        <pc:sldMkLst>
          <pc:docMk/>
          <pc:sldMk cId="1391656002" sldId="268"/>
        </pc:sldMkLst>
        <pc:spChg chg="mod">
          <ac:chgData name="Erick Cardoso Mendes" userId="47087318c6d4c446" providerId="LiveId" clId="{0E963BEA-A2CC-426E-A2F1-50F0E786C435}" dt="2026-09-28T19:31:56.123" v="85" actId="14100"/>
          <ac:spMkLst>
            <pc:docMk/>
            <pc:sldMk cId="1391656002" sldId="268"/>
            <ac:spMk id="2" creationId="{DAA31B83-48F1-57DE-B36D-134F97684022}"/>
          </ac:spMkLst>
        </pc:spChg>
        <pc:spChg chg="add del mod">
          <ac:chgData name="Erick Cardoso Mendes" userId="47087318c6d4c446" providerId="LiveId" clId="{0E963BEA-A2CC-426E-A2F1-50F0E786C435}" dt="2026-09-28T19:21:52.373" v="76"/>
          <ac:spMkLst>
            <pc:docMk/>
            <pc:sldMk cId="1391656002" sldId="268"/>
            <ac:spMk id="3" creationId="{5FFE8D55-66FD-9D14-B517-7463123B21E5}"/>
          </ac:spMkLst>
        </pc:spChg>
        <pc:spChg chg="add mod">
          <ac:chgData name="Erick Cardoso Mendes" userId="47087318c6d4c446" providerId="LiveId" clId="{0E963BEA-A2CC-426E-A2F1-50F0E786C435}" dt="2026-09-28T19:31:19.639" v="82" actId="1076"/>
          <ac:spMkLst>
            <pc:docMk/>
            <pc:sldMk cId="1391656002" sldId="268"/>
            <ac:spMk id="4" creationId="{F3F78647-3026-6D23-722D-E766B8A2D140}"/>
          </ac:spMkLst>
        </pc:spChg>
        <pc:spChg chg="mod">
          <ac:chgData name="Erick Cardoso Mendes" userId="47087318c6d4c446" providerId="LiveId" clId="{0E963BEA-A2CC-426E-A2F1-50F0E786C435}" dt="2026-09-28T19:31:49.636" v="84" actId="14100"/>
          <ac:spMkLst>
            <pc:docMk/>
            <pc:sldMk cId="1391656002" sldId="268"/>
            <ac:spMk id="11" creationId="{48787B6E-3257-2942-5B46-C1DE88EB7022}"/>
          </ac:spMkLst>
        </pc:spChg>
        <pc:picChg chg="add del mod">
          <ac:chgData name="Erick Cardoso Mendes" userId="47087318c6d4c446" providerId="LiveId" clId="{0E963BEA-A2CC-426E-A2F1-50F0E786C435}" dt="2026-09-28T19:31:12.420" v="81" actId="478"/>
          <ac:picMkLst>
            <pc:docMk/>
            <pc:sldMk cId="1391656002" sldId="268"/>
            <ac:picMk id="5" creationId="{174074FA-C990-7C43-13BB-DC3B49E3A35B}"/>
          </ac:picMkLst>
        </pc:picChg>
      </pc:sldChg>
      <pc:sldChg chg="addSp delSp modSp add mod">
        <pc:chgData name="Erick Cardoso Mendes" userId="47087318c6d4c446" providerId="LiveId" clId="{0E963BEA-A2CC-426E-A2F1-50F0E786C435}" dt="2026-09-28T19:05:34.209" v="36" actId="1076"/>
        <pc:sldMkLst>
          <pc:docMk/>
          <pc:sldMk cId="3172923997" sldId="269"/>
        </pc:sldMkLst>
        <pc:spChg chg="del">
          <ac:chgData name="Erick Cardoso Mendes" userId="47087318c6d4c446" providerId="LiveId" clId="{0E963BEA-A2CC-426E-A2F1-50F0E786C435}" dt="2026-09-28T19:02:39.691" v="9" actId="478"/>
          <ac:spMkLst>
            <pc:docMk/>
            <pc:sldMk cId="3172923997" sldId="269"/>
            <ac:spMk id="2" creationId="{37AC5ADA-69E4-F085-D9EF-BE68C6F8572D}"/>
          </ac:spMkLst>
        </pc:spChg>
        <pc:spChg chg="del">
          <ac:chgData name="Erick Cardoso Mendes" userId="47087318c6d4c446" providerId="LiveId" clId="{0E963BEA-A2CC-426E-A2F1-50F0E786C435}" dt="2026-09-28T19:02:44.329" v="13" actId="478"/>
          <ac:spMkLst>
            <pc:docMk/>
            <pc:sldMk cId="3172923997" sldId="269"/>
            <ac:spMk id="3" creationId="{6CF2CE24-7839-3DE1-2E43-096F59E158D7}"/>
          </ac:spMkLst>
        </pc:spChg>
        <pc:spChg chg="del">
          <ac:chgData name="Erick Cardoso Mendes" userId="47087318c6d4c446" providerId="LiveId" clId="{0E963BEA-A2CC-426E-A2F1-50F0E786C435}" dt="2026-09-28T19:02:35.152" v="7" actId="478"/>
          <ac:spMkLst>
            <pc:docMk/>
            <pc:sldMk cId="3172923997" sldId="269"/>
            <ac:spMk id="4" creationId="{708928DA-580A-9BF0-1669-400F8B3C5FFB}"/>
          </ac:spMkLst>
        </pc:spChg>
        <pc:spChg chg="del">
          <ac:chgData name="Erick Cardoso Mendes" userId="47087318c6d4c446" providerId="LiveId" clId="{0E963BEA-A2CC-426E-A2F1-50F0E786C435}" dt="2026-09-28T19:02:35.152" v="7" actId="478"/>
          <ac:spMkLst>
            <pc:docMk/>
            <pc:sldMk cId="3172923997" sldId="269"/>
            <ac:spMk id="5" creationId="{5107F98E-19B4-30CF-82DF-2EDF903DFBDB}"/>
          </ac:spMkLst>
        </pc:spChg>
        <pc:spChg chg="del">
          <ac:chgData name="Erick Cardoso Mendes" userId="47087318c6d4c446" providerId="LiveId" clId="{0E963BEA-A2CC-426E-A2F1-50F0E786C435}" dt="2026-09-28T19:02:35.152" v="7" actId="478"/>
          <ac:spMkLst>
            <pc:docMk/>
            <pc:sldMk cId="3172923997" sldId="269"/>
            <ac:spMk id="6" creationId="{3FAEC762-7312-B158-6E09-5096992C95E1}"/>
          </ac:spMkLst>
        </pc:spChg>
        <pc:spChg chg="del">
          <ac:chgData name="Erick Cardoso Mendes" userId="47087318c6d4c446" providerId="LiveId" clId="{0E963BEA-A2CC-426E-A2F1-50F0E786C435}" dt="2026-09-28T19:02:35.152" v="7" actId="478"/>
          <ac:spMkLst>
            <pc:docMk/>
            <pc:sldMk cId="3172923997" sldId="269"/>
            <ac:spMk id="7" creationId="{CC2D2FF2-A196-AD62-1728-6FB127170763}"/>
          </ac:spMkLst>
        </pc:spChg>
        <pc:spChg chg="del">
          <ac:chgData name="Erick Cardoso Mendes" userId="47087318c6d4c446" providerId="LiveId" clId="{0E963BEA-A2CC-426E-A2F1-50F0E786C435}" dt="2026-09-28T19:02:35.152" v="7" actId="478"/>
          <ac:spMkLst>
            <pc:docMk/>
            <pc:sldMk cId="3172923997" sldId="269"/>
            <ac:spMk id="8" creationId="{B57F310E-C99E-1906-245E-E7129D993796}"/>
          </ac:spMkLst>
        </pc:spChg>
        <pc:spChg chg="del">
          <ac:chgData name="Erick Cardoso Mendes" userId="47087318c6d4c446" providerId="LiveId" clId="{0E963BEA-A2CC-426E-A2F1-50F0E786C435}" dt="2026-09-28T19:02:35.152" v="7" actId="478"/>
          <ac:spMkLst>
            <pc:docMk/>
            <pc:sldMk cId="3172923997" sldId="269"/>
            <ac:spMk id="9" creationId="{DA54F3F9-BDEE-873E-F030-1D2C1C6ACD67}"/>
          </ac:spMkLst>
        </pc:spChg>
        <pc:spChg chg="del">
          <ac:chgData name="Erick Cardoso Mendes" userId="47087318c6d4c446" providerId="LiveId" clId="{0E963BEA-A2CC-426E-A2F1-50F0E786C435}" dt="2026-09-28T19:02:35.152" v="7" actId="478"/>
          <ac:spMkLst>
            <pc:docMk/>
            <pc:sldMk cId="3172923997" sldId="269"/>
            <ac:spMk id="10" creationId="{8D167D72-136C-D2FE-E2E9-54BD2249F6CB}"/>
          </ac:spMkLst>
        </pc:spChg>
        <pc:spChg chg="del">
          <ac:chgData name="Erick Cardoso Mendes" userId="47087318c6d4c446" providerId="LiveId" clId="{0E963BEA-A2CC-426E-A2F1-50F0E786C435}" dt="2026-09-28T19:02:36.747" v="8" actId="478"/>
          <ac:spMkLst>
            <pc:docMk/>
            <pc:sldMk cId="3172923997" sldId="269"/>
            <ac:spMk id="11" creationId="{836E6574-4E21-D84D-B429-71187F103596}"/>
          </ac:spMkLst>
        </pc:spChg>
        <pc:spChg chg="add del mod">
          <ac:chgData name="Erick Cardoso Mendes" userId="47087318c6d4c446" providerId="LiveId" clId="{0E963BEA-A2CC-426E-A2F1-50F0E786C435}" dt="2026-09-28T19:02:43.257" v="12"/>
          <ac:spMkLst>
            <pc:docMk/>
            <pc:sldMk cId="3172923997" sldId="269"/>
            <ac:spMk id="12" creationId="{003C0360-B2F1-A4A1-D2C2-B7DC73CCE371}"/>
          </ac:spMkLst>
        </pc:spChg>
        <pc:spChg chg="add del mod">
          <ac:chgData name="Erick Cardoso Mendes" userId="47087318c6d4c446" providerId="LiveId" clId="{0E963BEA-A2CC-426E-A2F1-50F0E786C435}" dt="2026-09-28T19:05:20.697" v="31"/>
          <ac:spMkLst>
            <pc:docMk/>
            <pc:sldMk cId="3172923997" sldId="269"/>
            <ac:spMk id="15" creationId="{9534C5B0-93DD-E128-9D5A-9B6760BDA6CF}"/>
          </ac:spMkLst>
        </pc:spChg>
        <pc:picChg chg="add mod">
          <ac:chgData name="Erick Cardoso Mendes" userId="47087318c6d4c446" providerId="LiveId" clId="{0E963BEA-A2CC-426E-A2F1-50F0E786C435}" dt="2026-09-28T19:03:43.141" v="18" actId="1440"/>
          <ac:picMkLst>
            <pc:docMk/>
            <pc:sldMk cId="3172923997" sldId="269"/>
            <ac:picMk id="13" creationId="{C850A126-8C14-D6E8-CF8F-5B63CA046CED}"/>
          </ac:picMkLst>
        </pc:picChg>
        <pc:picChg chg="add mod">
          <ac:chgData name="Erick Cardoso Mendes" userId="47087318c6d4c446" providerId="LiveId" clId="{0E963BEA-A2CC-426E-A2F1-50F0E786C435}" dt="2026-09-28T19:05:28.614" v="34" actId="1076"/>
          <ac:picMkLst>
            <pc:docMk/>
            <pc:sldMk cId="3172923997" sldId="269"/>
            <ac:picMk id="14" creationId="{15F72012-1E1B-92CE-17D0-61E87F47AD37}"/>
          </ac:picMkLst>
        </pc:picChg>
        <pc:picChg chg="add mod">
          <ac:chgData name="Erick Cardoso Mendes" userId="47087318c6d4c446" providerId="LiveId" clId="{0E963BEA-A2CC-426E-A2F1-50F0E786C435}" dt="2026-09-28T19:05:34.209" v="36" actId="1076"/>
          <ac:picMkLst>
            <pc:docMk/>
            <pc:sldMk cId="3172923997" sldId="269"/>
            <ac:picMk id="16" creationId="{051BCEE3-8740-DE8D-EB75-509BADDF8B8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Apresente o projeto único da monitoria. Hoje ele começa pequeno: uma aplicação Python chama um modelo por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Diga o que estará pronto ao final e conecte a V1 às cinco evoluções seguintes.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565AD-8BD9-E613-C051-8A0EF444F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3834DE-2F4A-431C-68CB-FB7DB3C75E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EF9685-EC0B-79B2-E8A6-477FC9067F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Diga o que estará pronto ao final e conecte a V1 às cinco evoluções seguintes.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DC2B05-EA3C-D063-7A74-07315FDF332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949797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8D7A1-C4C5-C5B8-B1DD-D4471967B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20FF07-842C-2A39-94A7-F1B091F6C9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03DDD9-8343-F670-44DE-47F9B0A0EA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Diga o que estará pronto ao final e conecte a V1 às cinco evoluções seguintes.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CC2768-218E-D6CE-1700-E9B1795DDE0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22395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Evite dizer que a API dá controle absoluto. O ponto é o controle direto da aplicação sobre a requisição.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Mostre system e user antes de executar o código. A mensagem assistant aparece no histórico quando a aplicação o reenviar.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Não transforme usage em uma aula de cobrança. Use-o para mostrar que a resposta é uma estrutura, não apenas uma string.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Execute primeiro o exemplo sem histórico e depois o exemplo com histórico. Faça a ponte para Context Engineering.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B216C-4101-05CA-3BF4-2FA44B599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A97522-9A86-8EE8-A5E0-8E6BDBC35B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F6E381-836B-60EA-8728-21C324D580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Execute primeiro o exemplo sem histórico e depois o exemplo com histórico. Faça a ponte para Context Engineering.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D450ED-71CF-E706-7DA1-DF0A9901540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155274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Peça que os alunos troquem o prompt e observem o comportamento. O objetivo é experimentar.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7AD6D-A9A3-F191-7B48-DB5569007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3C386A-56B1-3C18-D9D6-38A5E8D31C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5BC2F4-1A28-C1A7-1B42-8D47AF8664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Feche retomando o problema que ficou aberto: como decidir qual contexto a aplicação deve enviar?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9E8EB6-6B6C-038B-07B9-7D6A90532FD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171512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Feche retomando o problema que ficou aberto: como decidir qual contexto a aplicação deve enviar?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7EED15A-466B-4F40-866F-2CD939EA9F5C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5905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354"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49E0C8"/>
                </a:solidFill>
                <a:latin typeface="Arial"/>
                <a:ea typeface="Arial"/>
                <a:cs typeface="Arial"/>
              </a:defRPr>
            </a:pPr>
            <a:r>
              <a:rPr sz="1125" b="1" dirty="0">
                <a:solidFill>
                  <a:srgbClr val="49E0C8"/>
                </a:solidFill>
                <a:latin typeface="Arial"/>
                <a:ea typeface="Arial"/>
                <a:cs typeface="Arial"/>
              </a:rPr>
              <a:t>MONITORIA DE ARQUITETURA </a:t>
            </a:r>
            <a:r>
              <a:rPr lang="en-US" sz="1125" b="1" dirty="0">
                <a:solidFill>
                  <a:srgbClr val="49E0C8"/>
                </a:solidFill>
                <a:latin typeface="Arial"/>
                <a:ea typeface="Arial"/>
                <a:cs typeface="Arial"/>
              </a:rPr>
              <a:t>DE SOFTWARE COM</a:t>
            </a:r>
            <a:r>
              <a:rPr sz="1125" b="1" dirty="0">
                <a:solidFill>
                  <a:srgbClr val="49E0C8"/>
                </a:solidFill>
                <a:latin typeface="Arial"/>
                <a:ea typeface="Arial"/>
                <a:cs typeface="Arial"/>
              </a:rPr>
              <a:t> LLM</a:t>
            </a:r>
            <a:r>
              <a:rPr lang="en-US" sz="1125" b="1" dirty="0">
                <a:solidFill>
                  <a:srgbClr val="49E0C8"/>
                </a:solidFill>
                <a:latin typeface="Arial"/>
                <a:ea typeface="Arial"/>
                <a:cs typeface="Arial"/>
              </a:rPr>
              <a:t>s</a:t>
            </a:r>
            <a:endParaRPr sz="1125" b="1" dirty="0">
              <a:solidFill>
                <a:srgbClr val="49E0C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5E2AE63-C869-4FAA-85FB-DFC1ED411ABB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6381750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lnSpc>
                <a:spcPct val="105000"/>
              </a:lnSpc>
              <a:buNone/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LLM APIs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5F764F4-BCBA-49C5-9D44-953B1879C7EA}"/>
              </a:ext>
            </a:extLst>
          </p:cNvPr>
          <p:cNvSpPr>
            <a:spLocks noGrp="1"/>
          </p:cNvSpPr>
          <p:nvPr/>
        </p:nvSpPr>
        <p:spPr>
          <a:xfrm>
            <a:off x="723900" y="2266950"/>
            <a:ext cx="5715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0">
                <a:solidFill>
                  <a:srgbClr val="CBD4E3"/>
                </a:solidFill>
                <a:latin typeface="Arial"/>
                <a:ea typeface="Arial"/>
                <a:cs typeface="Arial"/>
              </a:defRPr>
            </a:pPr>
            <a:r>
              <a:rPr lang="en-US" sz="1800" b="0" dirty="0">
                <a:solidFill>
                  <a:srgbClr val="CBD4E3"/>
                </a:solidFill>
                <a:latin typeface="Arial"/>
                <a:ea typeface="Arial"/>
                <a:cs typeface="Arial"/>
              </a:rPr>
              <a:t>D</a:t>
            </a:r>
            <a:r>
              <a:rPr sz="1800" b="0" dirty="0">
                <a:solidFill>
                  <a:srgbClr val="CBD4E3"/>
                </a:solidFill>
                <a:latin typeface="Arial"/>
                <a:ea typeface="Arial"/>
                <a:cs typeface="Arial"/>
              </a:rPr>
              <a:t>a </a:t>
            </a:r>
            <a:r>
              <a:rPr sz="1800" b="0" dirty="0" err="1">
                <a:solidFill>
                  <a:srgbClr val="CBD4E3"/>
                </a:solidFill>
                <a:latin typeface="Arial"/>
                <a:ea typeface="Arial"/>
                <a:cs typeface="Arial"/>
              </a:rPr>
              <a:t>primeira</a:t>
            </a:r>
            <a:r>
              <a:rPr sz="1800" b="0" dirty="0">
                <a:solidFill>
                  <a:srgbClr val="CBD4E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dirty="0" err="1">
                <a:solidFill>
                  <a:srgbClr val="CBD4E3"/>
                </a:solidFill>
                <a:latin typeface="Arial"/>
                <a:ea typeface="Arial"/>
                <a:cs typeface="Arial"/>
              </a:rPr>
              <a:t>requisição</a:t>
            </a:r>
            <a:r>
              <a:rPr sz="1800" b="0" dirty="0">
                <a:solidFill>
                  <a:srgbClr val="CBD4E3"/>
                </a:solidFill>
                <a:latin typeface="Arial"/>
                <a:ea typeface="Arial"/>
                <a:cs typeface="Arial"/>
              </a:rPr>
              <a:t> à V1 do </a:t>
            </a:r>
            <a:r>
              <a:rPr sz="1800" b="0" dirty="0" err="1">
                <a:solidFill>
                  <a:srgbClr val="CBD4E3"/>
                </a:solidFill>
                <a:latin typeface="Arial"/>
                <a:ea typeface="Arial"/>
                <a:cs typeface="Arial"/>
              </a:rPr>
              <a:t>projeto</a:t>
            </a:r>
            <a:endParaRPr sz="1800" b="0" dirty="0">
              <a:solidFill>
                <a:srgbClr val="CBD4E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93410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186EE10C-B075-4747-89D8-60177A0307AB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pPr>
            <a:r>
              <a:rPr sz="1050" b="1" dirty="0">
                <a:solidFill>
                  <a:srgbClr val="087C75"/>
                </a:solidFill>
                <a:latin typeface="Arial"/>
                <a:ea typeface="Arial"/>
                <a:cs typeface="Arial"/>
              </a:rPr>
              <a:t>O QUE VAMOS CONSTRUIR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AC45642-CBF3-4BDC-92DB-4E29EED70CFB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lnSpc>
                <a:spcPct val="105000"/>
              </a:lnSpc>
              <a:buNone/>
              <a:defRPr sz="31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A primeira versão do projeto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4C91E88-535C-4C07-8717-45700C732E08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133"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536074"/>
                </a:solidFill>
                <a:latin typeface="Arial"/>
                <a:ea typeface="Arial"/>
                <a:cs typeface="Arial"/>
              </a:defRPr>
            </a:pPr>
            <a:r>
              <a:rPr sz="1050" b="0" dirty="0">
                <a:solidFill>
                  <a:srgbClr val="536074"/>
                </a:solidFill>
                <a:latin typeface="Arial"/>
                <a:ea typeface="Arial"/>
                <a:cs typeface="Arial"/>
              </a:rPr>
              <a:t>Aula 1 - LLM APIs 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90DAD9C-C035-4C54-9FA9-1377AE565BFE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723900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lnSpc>
                <a:spcPct val="105000"/>
              </a:lnSpc>
              <a:buNone/>
              <a:defRPr sz="1950" b="0">
                <a:solidFill>
                  <a:srgbClr val="536074"/>
                </a:solidFill>
                <a:latin typeface="Arial"/>
                <a:ea typeface="Arial"/>
                <a:cs typeface="Arial"/>
              </a:defRPr>
            </a:pPr>
            <a:r>
              <a:rPr lang="en-US" sz="1950" b="0" dirty="0">
                <a:solidFill>
                  <a:srgbClr val="536074"/>
                </a:solidFill>
                <a:latin typeface="Arial"/>
                <a:ea typeface="Arial"/>
                <a:cs typeface="Arial"/>
              </a:rPr>
              <a:t>U</a:t>
            </a:r>
            <a:r>
              <a:rPr sz="1950" b="0" dirty="0">
                <a:solidFill>
                  <a:srgbClr val="536074"/>
                </a:solidFill>
                <a:latin typeface="Arial"/>
                <a:ea typeface="Arial"/>
                <a:cs typeface="Arial"/>
              </a:rPr>
              <a:t>m </a:t>
            </a:r>
            <a:r>
              <a:rPr sz="1950" b="0" dirty="0" err="1">
                <a:solidFill>
                  <a:srgbClr val="536074"/>
                </a:solidFill>
                <a:latin typeface="Arial"/>
                <a:ea typeface="Arial"/>
                <a:cs typeface="Arial"/>
              </a:rPr>
              <a:t>assistente</a:t>
            </a:r>
            <a:r>
              <a:rPr sz="1950" b="0" dirty="0">
                <a:solidFill>
                  <a:srgbClr val="536074"/>
                </a:solidFill>
                <a:latin typeface="Arial"/>
                <a:ea typeface="Arial"/>
                <a:cs typeface="Arial"/>
              </a:rPr>
              <a:t> de </a:t>
            </a:r>
            <a:r>
              <a:rPr sz="1950" b="0" dirty="0" err="1">
                <a:solidFill>
                  <a:srgbClr val="536074"/>
                </a:solidFill>
                <a:latin typeface="Arial"/>
                <a:ea typeface="Arial"/>
                <a:cs typeface="Arial"/>
              </a:rPr>
              <a:t>estudos</a:t>
            </a:r>
            <a:r>
              <a:rPr sz="1950" b="0" dirty="0">
                <a:solidFill>
                  <a:srgbClr val="536074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536074"/>
                </a:solidFill>
                <a:latin typeface="Arial"/>
                <a:ea typeface="Arial"/>
                <a:cs typeface="Arial"/>
              </a:rPr>
              <a:t>que</a:t>
            </a:r>
            <a:r>
              <a:rPr sz="1950" b="0" dirty="0">
                <a:solidFill>
                  <a:srgbClr val="536074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950" b="0" dirty="0" err="1">
                <a:solidFill>
                  <a:srgbClr val="536074"/>
                </a:solidFill>
                <a:latin typeface="Arial"/>
                <a:ea typeface="Arial"/>
                <a:cs typeface="Arial"/>
              </a:rPr>
              <a:t>basicamente</a:t>
            </a:r>
            <a:r>
              <a:rPr lang="en-US" sz="1950" b="0" dirty="0">
                <a:solidFill>
                  <a:srgbClr val="536074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536074"/>
                </a:solidFill>
                <a:latin typeface="Arial"/>
                <a:ea typeface="Arial"/>
                <a:cs typeface="Arial"/>
              </a:rPr>
              <a:t>recebe</a:t>
            </a:r>
            <a:r>
              <a:rPr sz="1950" b="0" dirty="0">
                <a:solidFill>
                  <a:srgbClr val="536074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536074"/>
                </a:solidFill>
                <a:latin typeface="Arial"/>
                <a:ea typeface="Arial"/>
                <a:cs typeface="Arial"/>
              </a:rPr>
              <a:t>uma</a:t>
            </a:r>
            <a:r>
              <a:rPr sz="1950" b="0" dirty="0">
                <a:solidFill>
                  <a:srgbClr val="536074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536074"/>
                </a:solidFill>
                <a:latin typeface="Arial"/>
                <a:ea typeface="Arial"/>
                <a:cs typeface="Arial"/>
              </a:rPr>
              <a:t>pergunta</a:t>
            </a:r>
            <a:r>
              <a:rPr sz="1950" b="0" dirty="0">
                <a:solidFill>
                  <a:srgbClr val="536074"/>
                </a:solidFill>
                <a:latin typeface="Arial"/>
                <a:ea typeface="Arial"/>
                <a:cs typeface="Arial"/>
              </a:rPr>
              <a:t> e chama </a:t>
            </a:r>
            <a:r>
              <a:rPr sz="1950" b="0" dirty="0" err="1">
                <a:solidFill>
                  <a:srgbClr val="536074"/>
                </a:solidFill>
                <a:latin typeface="Arial"/>
                <a:ea typeface="Arial"/>
                <a:cs typeface="Arial"/>
              </a:rPr>
              <a:t>uma</a:t>
            </a:r>
            <a:r>
              <a:rPr sz="1950" b="0" dirty="0">
                <a:solidFill>
                  <a:srgbClr val="536074"/>
                </a:solidFill>
                <a:latin typeface="Arial"/>
                <a:ea typeface="Arial"/>
                <a:cs typeface="Arial"/>
              </a:rPr>
              <a:t> LLM.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C8DDACBD-B0D8-4D21-B813-5AD7CD22C819}"/>
              </a:ext>
            </a:extLst>
          </p:cNvPr>
          <p:cNvSpPr>
            <a:spLocks noGrp="1"/>
          </p:cNvSpPr>
          <p:nvPr/>
        </p:nvSpPr>
        <p:spPr>
          <a:xfrm>
            <a:off x="742950" y="3276600"/>
            <a:ext cx="171450" cy="171450"/>
          </a:xfrm>
          <a:prstGeom prst="ellipse">
            <a:avLst/>
          </a:prstGeom>
          <a:solidFill>
            <a:srgbClr val="49E0C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1F64412-824D-43DD-9B22-64A1AB3A4825}"/>
              </a:ext>
            </a:extLst>
          </p:cNvPr>
          <p:cNvSpPr>
            <a:spLocks noGrp="1"/>
          </p:cNvSpPr>
          <p:nvPr/>
        </p:nvSpPr>
        <p:spPr>
          <a:xfrm>
            <a:off x="1104900" y="3181350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0" dirty="0" err="1">
                <a:solidFill>
                  <a:srgbClr val="14213D"/>
                </a:solidFill>
                <a:latin typeface="Arial"/>
                <a:ea typeface="Arial"/>
                <a:cs typeface="Arial"/>
              </a:rPr>
              <a:t>uma</a:t>
            </a:r>
            <a:r>
              <a:rPr sz="1800" b="0" dirty="0">
                <a:solidFill>
                  <a:srgbClr val="14213D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dirty="0" err="1">
                <a:solidFill>
                  <a:srgbClr val="14213D"/>
                </a:solidFill>
                <a:latin typeface="Arial"/>
                <a:ea typeface="Arial"/>
                <a:cs typeface="Arial"/>
              </a:rPr>
              <a:t>requisição</a:t>
            </a:r>
            <a:r>
              <a:rPr sz="1800" b="0" dirty="0">
                <a:solidFill>
                  <a:srgbClr val="14213D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dirty="0" err="1">
                <a:solidFill>
                  <a:srgbClr val="14213D"/>
                </a:solidFill>
                <a:latin typeface="Arial"/>
                <a:ea typeface="Arial"/>
                <a:cs typeface="Arial"/>
              </a:rPr>
              <a:t>funcionando</a:t>
            </a:r>
            <a:endParaRPr sz="1800" b="0" dirty="0">
              <a:solidFill>
                <a:srgbClr val="1421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5D268C1E-F2FC-42A9-9B1E-23935AD1D14A}"/>
              </a:ext>
            </a:extLst>
          </p:cNvPr>
          <p:cNvSpPr>
            <a:spLocks noGrp="1"/>
          </p:cNvSpPr>
          <p:nvPr/>
        </p:nvSpPr>
        <p:spPr>
          <a:xfrm>
            <a:off x="742950" y="3924300"/>
            <a:ext cx="171450" cy="171450"/>
          </a:xfrm>
          <a:prstGeom prst="ellipse">
            <a:avLst/>
          </a:prstGeom>
          <a:solidFill>
            <a:srgbClr val="49E0C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1E62AB3-1D88-48B8-B544-F3AF0CCB2E12}"/>
              </a:ext>
            </a:extLst>
          </p:cNvPr>
          <p:cNvSpPr>
            <a:spLocks noGrp="1"/>
          </p:cNvSpPr>
          <p:nvPr/>
        </p:nvSpPr>
        <p:spPr>
          <a:xfrm>
            <a:off x="1104900" y="3829050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texto e tokens observados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5EE4C553-9271-4912-A922-776D9D509D9E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171450" cy="171450"/>
          </a:xfrm>
          <a:prstGeom prst="ellipse">
            <a:avLst/>
          </a:prstGeom>
          <a:solidFill>
            <a:srgbClr val="49E0C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2709EC6-C0F7-4281-A70D-2F5303678162}"/>
              </a:ext>
            </a:extLst>
          </p:cNvPr>
          <p:cNvSpPr>
            <a:spLocks noGrp="1"/>
          </p:cNvSpPr>
          <p:nvPr/>
        </p:nvSpPr>
        <p:spPr>
          <a:xfrm>
            <a:off x="1104900" y="4476750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primeiro commit no GitHub</a:t>
            </a:r>
          </a:p>
        </p:txBody>
      </p:sp>
    </p:spTree>
    <p:extLst>
      <p:ext uri="{BB962C8B-B14F-4D97-AF65-F5344CB8AC3E}">
        <p14:creationId xmlns:p14="http://schemas.microsoft.com/office/powerpoint/2010/main" val="2138210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B30556-E530-C3B1-8803-1B3368E54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 descr="que diabos é um limite de tokens? : r/ChaiApp">
            <a:extLst>
              <a:ext uri="{FF2B5EF4-FFF2-40B4-BE49-F238E27FC236}">
                <a16:creationId xmlns:a16="http://schemas.microsoft.com/office/drawing/2014/main" id="{C850A126-8C14-D6E8-CF8F-5B63CA046C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955" y="179332"/>
            <a:ext cx="5422287" cy="254169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4" name="Imagem 13" descr="How to Fix Chai Ran of Token | TikTok">
            <a:extLst>
              <a:ext uri="{FF2B5EF4-FFF2-40B4-BE49-F238E27FC236}">
                <a16:creationId xmlns:a16="http://schemas.microsoft.com/office/drawing/2014/main" id="{15F72012-1E1B-92CE-17D0-61E87F47AD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3663" y="557574"/>
            <a:ext cx="5953125" cy="3048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6" name="Imagem 15" descr="Estou tão cansado do Codex drenando meus tokens e meu limite de 24 horas. :  r/vibecoding">
            <a:extLst>
              <a:ext uri="{FF2B5EF4-FFF2-40B4-BE49-F238E27FC236}">
                <a16:creationId xmlns:a16="http://schemas.microsoft.com/office/drawing/2014/main" id="{051BCEE3-8740-DE8D-EB75-509BADDF8B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778" y="3429000"/>
            <a:ext cx="8017291" cy="31595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172923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555D7C-5DCD-6A8B-016A-82EDCE20C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48787B6E-3257-2942-5B46-C1DE88EB7022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603353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pPr>
            <a:r>
              <a:rPr lang="en-US" sz="1050" b="1" dirty="0">
                <a:solidFill>
                  <a:srgbClr val="087C75"/>
                </a:solidFill>
                <a:latin typeface="Arial"/>
                <a:ea typeface="Arial"/>
                <a:cs typeface="Arial"/>
              </a:rPr>
              <a:t>CONCEITO CHAVE</a:t>
            </a:r>
            <a:endParaRPr sz="1050" b="1" dirty="0">
              <a:solidFill>
                <a:srgbClr val="087C7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AA31B83-48F1-57DE-B36D-134F97684022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2782614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lnSpc>
                <a:spcPct val="105000"/>
              </a:lnSpc>
              <a:buNone/>
              <a:defRPr sz="31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lang="en-US" sz="3150" b="1" dirty="0" err="1">
                <a:solidFill>
                  <a:srgbClr val="14213D"/>
                </a:solidFill>
                <a:latin typeface="Arial"/>
                <a:ea typeface="Arial"/>
                <a:cs typeface="Arial"/>
              </a:rPr>
              <a:t>Tokenização</a:t>
            </a:r>
            <a:endParaRPr sz="3150" b="1" dirty="0">
              <a:solidFill>
                <a:srgbClr val="1421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0C2267CF-B2EF-D6F9-8C85-5732E0E5A43F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23900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 lnSpcReduction="20000"/>
          </a:bodyPr>
          <a:lstStyle/>
          <a:p>
            <a:pPr>
              <a:defRPr sz="1950" b="0">
                <a:solidFill>
                  <a:srgbClr val="536074"/>
                </a:solidFill>
                <a:latin typeface="Arial"/>
                <a:ea typeface="Arial"/>
                <a:cs typeface="Arial"/>
              </a:defRPr>
            </a:pPr>
            <a:r>
              <a:rPr lang="pt-BR" sz="1950" dirty="0">
                <a:solidFill>
                  <a:srgbClr val="536074"/>
                </a:solidFill>
                <a:latin typeface="Arial"/>
              </a:rPr>
              <a:t>A tokenização divide o texto em pedaços menores, os tokens. Cada pedaço desse é usado para entender relações entre palavras e permite a IA escrever frases que façam sentido.</a:t>
            </a:r>
            <a:endParaRPr sz="1950" b="0" dirty="0">
              <a:solidFill>
                <a:srgbClr val="536074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194DF60F-AAEF-C9B9-B100-1F179FC51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25" y="2876549"/>
            <a:ext cx="5582751" cy="3254787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0AD3E66C-B3C6-6A0D-43CC-0B14085292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6450" y="2876550"/>
            <a:ext cx="6067425" cy="3254786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86833671-1E61-B49C-0394-4BF8FBD188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256" y="5726898"/>
            <a:ext cx="1214469" cy="292902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162F54C0-FCDC-12F2-FAF0-4F5354276A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606" y="5669748"/>
            <a:ext cx="1214469" cy="281004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F3F78647-3026-6D23-722D-E766B8A2D140}"/>
              </a:ext>
            </a:extLst>
          </p:cNvPr>
          <p:cNvSpPr txBox="1"/>
          <p:nvPr/>
        </p:nvSpPr>
        <p:spPr>
          <a:xfrm>
            <a:off x="8646319" y="1544419"/>
            <a:ext cx="2355056" cy="646331"/>
          </a:xfrm>
          <a:prstGeom prst="rect">
            <a:avLst/>
          </a:prstGeom>
          <a:solidFill>
            <a:schemeClr val="bg1"/>
          </a:solidFill>
          <a:ln w="127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gency FB" panose="020B0503020202020204" pitchFamily="34" charset="0"/>
              </a:rPr>
              <a:t>Embedding</a:t>
            </a:r>
            <a:endParaRPr lang="pt-BR" sz="3600" b="1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1656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5EE61F8C-9158-4CFF-933D-66CE0A7666D2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pPr>
            <a:r>
              <a:rPr sz="1050" b="1" dirty="0">
                <a:solidFill>
                  <a:srgbClr val="087C75"/>
                </a:solidFill>
                <a:latin typeface="Arial"/>
                <a:ea typeface="Arial"/>
                <a:cs typeface="Arial"/>
              </a:rPr>
              <a:t>APP DE CHAT</a:t>
            </a:r>
            <a:r>
              <a:rPr lang="en-US" sz="1050" b="1" dirty="0">
                <a:solidFill>
                  <a:srgbClr val="087C75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1" dirty="0">
                <a:solidFill>
                  <a:srgbClr val="087C75"/>
                </a:solidFill>
                <a:latin typeface="Arial"/>
                <a:ea typeface="Arial"/>
                <a:cs typeface="Arial"/>
              </a:rPr>
              <a:t> E API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E496406-7146-4802-8D43-708D15E0FC75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6913179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lnSpc>
                <a:spcPct val="105000"/>
              </a:lnSpc>
              <a:buNone/>
              <a:defRPr sz="31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3150" b="1" dirty="0">
                <a:solidFill>
                  <a:srgbClr val="14213D"/>
                </a:solidFill>
                <a:latin typeface="Arial"/>
                <a:ea typeface="Arial"/>
                <a:cs typeface="Arial"/>
              </a:rPr>
              <a:t>A </a:t>
            </a:r>
            <a:r>
              <a:rPr sz="3150" b="1" dirty="0" err="1">
                <a:solidFill>
                  <a:srgbClr val="14213D"/>
                </a:solidFill>
                <a:latin typeface="Arial"/>
                <a:ea typeface="Arial"/>
                <a:cs typeface="Arial"/>
              </a:rPr>
              <a:t>aplicação</a:t>
            </a:r>
            <a:r>
              <a:rPr sz="3150" b="1" dirty="0">
                <a:solidFill>
                  <a:srgbClr val="14213D"/>
                </a:solidFill>
                <a:latin typeface="Arial"/>
                <a:ea typeface="Arial"/>
                <a:cs typeface="Arial"/>
              </a:rPr>
              <a:t> </a:t>
            </a:r>
            <a:r>
              <a:rPr sz="3150" b="1" dirty="0" err="1">
                <a:solidFill>
                  <a:srgbClr val="14213D"/>
                </a:solidFill>
                <a:latin typeface="Arial"/>
                <a:ea typeface="Arial"/>
                <a:cs typeface="Arial"/>
              </a:rPr>
              <a:t>passa</a:t>
            </a:r>
            <a:r>
              <a:rPr sz="3150" b="1" dirty="0">
                <a:solidFill>
                  <a:srgbClr val="14213D"/>
                </a:solidFill>
                <a:latin typeface="Arial"/>
                <a:ea typeface="Arial"/>
                <a:cs typeface="Arial"/>
              </a:rPr>
              <a:t> a </a:t>
            </a:r>
            <a:r>
              <a:rPr sz="3150" b="1" dirty="0" err="1">
                <a:solidFill>
                  <a:srgbClr val="14213D"/>
                </a:solidFill>
                <a:latin typeface="Arial"/>
                <a:ea typeface="Arial"/>
                <a:cs typeface="Arial"/>
              </a:rPr>
              <a:t>montar</a:t>
            </a:r>
            <a:r>
              <a:rPr sz="3150" b="1" dirty="0">
                <a:solidFill>
                  <a:srgbClr val="14213D"/>
                </a:solidFill>
                <a:latin typeface="Arial"/>
                <a:ea typeface="Arial"/>
                <a:cs typeface="Arial"/>
              </a:rPr>
              <a:t> o </a:t>
            </a:r>
            <a:r>
              <a:rPr sz="3150" b="1" dirty="0" err="1">
                <a:solidFill>
                  <a:srgbClr val="14213D"/>
                </a:solidFill>
                <a:latin typeface="Arial"/>
                <a:ea typeface="Arial"/>
                <a:cs typeface="Arial"/>
              </a:rPr>
              <a:t>fluxo</a:t>
            </a:r>
            <a:endParaRPr sz="3150" b="1" dirty="0">
              <a:solidFill>
                <a:srgbClr val="1421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A05C3D5-3EF4-4F8A-A73D-9980EDA7B4EC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133"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536074"/>
                </a:solidFill>
                <a:latin typeface="Arial"/>
                <a:ea typeface="Arial"/>
                <a:cs typeface="Arial"/>
              </a:defRPr>
            </a:pPr>
            <a:r>
              <a:rPr sz="1050" b="0" dirty="0">
                <a:solidFill>
                  <a:srgbClr val="536074"/>
                </a:solidFill>
                <a:latin typeface="Arial"/>
                <a:ea typeface="Arial"/>
                <a:cs typeface="Arial"/>
              </a:rPr>
              <a:t>Aula 1 - LLM APIs 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C226255C-AB6E-4D06-B5B9-8BC05ECD09C4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4762500" cy="29527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7DCE2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CFA347CD-61B7-4F69-95EF-ADF840F09A0A}"/>
              </a:ext>
            </a:extLst>
          </p:cNvPr>
          <p:cNvSpPr>
            <a:spLocks noGrp="1"/>
          </p:cNvSpPr>
          <p:nvPr/>
        </p:nvSpPr>
        <p:spPr>
          <a:xfrm>
            <a:off x="6019800" y="2190749"/>
            <a:ext cx="5486400" cy="4371975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7DCE2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B55A845-4086-4149-9A20-73C917E4D261}"/>
              </a:ext>
            </a:extLst>
          </p:cNvPr>
          <p:cNvSpPr>
            <a:spLocks noGrp="1"/>
          </p:cNvSpPr>
          <p:nvPr/>
        </p:nvSpPr>
        <p:spPr>
          <a:xfrm>
            <a:off x="990600" y="2552700"/>
            <a:ext cx="38100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668" lnSpcReduction="10000"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100" b="1" dirty="0">
                <a:solidFill>
                  <a:srgbClr val="14213D"/>
                </a:solidFill>
                <a:latin typeface="Arial"/>
                <a:ea typeface="Arial"/>
                <a:cs typeface="Arial"/>
              </a:rPr>
              <a:t>App de </a:t>
            </a:r>
            <a:r>
              <a:rPr lang="en-US" sz="2100" b="1" dirty="0">
                <a:solidFill>
                  <a:srgbClr val="14213D"/>
                </a:solidFill>
                <a:latin typeface="Arial"/>
                <a:ea typeface="Arial"/>
                <a:cs typeface="Arial"/>
              </a:rPr>
              <a:t>C</a:t>
            </a:r>
            <a:r>
              <a:rPr sz="2100" b="1" dirty="0">
                <a:solidFill>
                  <a:srgbClr val="14213D"/>
                </a:solidFill>
                <a:latin typeface="Arial"/>
                <a:ea typeface="Arial"/>
                <a:cs typeface="Arial"/>
              </a:rPr>
              <a:t>hat</a:t>
            </a:r>
            <a:r>
              <a:rPr lang="en-US" sz="2100" b="1" dirty="0">
                <a:solidFill>
                  <a:srgbClr val="14213D"/>
                </a:solidFill>
                <a:latin typeface="Arial"/>
                <a:ea typeface="Arial"/>
                <a:cs typeface="Arial"/>
              </a:rPr>
              <a:t> (Desktop)</a:t>
            </a:r>
            <a:endParaRPr sz="2100" b="1" dirty="0">
              <a:solidFill>
                <a:srgbClr val="1421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19E3A80-3B43-4A22-94AC-8DB7A1BCB292}"/>
              </a:ext>
            </a:extLst>
          </p:cNvPr>
          <p:cNvSpPr>
            <a:spLocks noGrp="1"/>
          </p:cNvSpPr>
          <p:nvPr/>
        </p:nvSpPr>
        <p:spPr>
          <a:xfrm>
            <a:off x="990600" y="3143250"/>
            <a:ext cx="4000500" cy="2495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536074"/>
                </a:solidFill>
                <a:latin typeface="Arial"/>
                <a:ea typeface="Arial"/>
                <a:cs typeface="Arial"/>
              </a:defRPr>
            </a:pPr>
            <a:r>
              <a:rPr sz="1650" b="0" dirty="0" err="1">
                <a:solidFill>
                  <a:srgbClr val="536074"/>
                </a:solidFill>
                <a:latin typeface="Arial"/>
                <a:ea typeface="Arial"/>
                <a:cs typeface="Arial"/>
              </a:rPr>
              <a:t>Outra</a:t>
            </a:r>
            <a:r>
              <a:rPr sz="1650" b="0" dirty="0">
                <a:solidFill>
                  <a:srgbClr val="536074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dirty="0" err="1">
                <a:solidFill>
                  <a:srgbClr val="536074"/>
                </a:solidFill>
                <a:latin typeface="Arial"/>
                <a:ea typeface="Arial"/>
                <a:cs typeface="Arial"/>
              </a:rPr>
              <a:t>aplicação</a:t>
            </a:r>
            <a:r>
              <a:rPr sz="1650" b="0" dirty="0">
                <a:solidFill>
                  <a:srgbClr val="536074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dirty="0" err="1">
                <a:solidFill>
                  <a:srgbClr val="536074"/>
                </a:solidFill>
                <a:latin typeface="Arial"/>
                <a:ea typeface="Arial"/>
                <a:cs typeface="Arial"/>
              </a:rPr>
              <a:t>organiza</a:t>
            </a:r>
            <a:r>
              <a:rPr lang="en-US" sz="1650" b="0" dirty="0">
                <a:solidFill>
                  <a:srgbClr val="536074"/>
                </a:solidFill>
                <a:latin typeface="Arial"/>
                <a:ea typeface="Arial"/>
                <a:cs typeface="Arial"/>
              </a:rPr>
              <a:t> a</a:t>
            </a:r>
            <a:r>
              <a:rPr sz="1650" b="0" dirty="0">
                <a:solidFill>
                  <a:srgbClr val="536074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dirty="0" err="1">
                <a:solidFill>
                  <a:srgbClr val="536074"/>
                </a:solidFill>
                <a:latin typeface="Arial"/>
                <a:ea typeface="Arial"/>
                <a:cs typeface="Arial"/>
              </a:rPr>
              <a:t>parte</a:t>
            </a:r>
            <a:r>
              <a:rPr sz="1650" b="0" dirty="0">
                <a:solidFill>
                  <a:srgbClr val="536074"/>
                </a:solidFill>
                <a:latin typeface="Arial"/>
                <a:ea typeface="Arial"/>
                <a:cs typeface="Arial"/>
              </a:rPr>
              <a:t> do histórico, das </a:t>
            </a:r>
            <a:r>
              <a:rPr sz="1650" b="0" dirty="0" err="1">
                <a:solidFill>
                  <a:srgbClr val="536074"/>
                </a:solidFill>
                <a:latin typeface="Arial"/>
                <a:ea typeface="Arial"/>
                <a:cs typeface="Arial"/>
              </a:rPr>
              <a:t>instruções</a:t>
            </a:r>
            <a:r>
              <a:rPr sz="1650" b="0" dirty="0">
                <a:solidFill>
                  <a:srgbClr val="536074"/>
                </a:solidFill>
                <a:latin typeface="Arial"/>
                <a:ea typeface="Arial"/>
                <a:cs typeface="Arial"/>
              </a:rPr>
              <a:t> e das </a:t>
            </a:r>
            <a:r>
              <a:rPr sz="1650" b="0" dirty="0" err="1">
                <a:solidFill>
                  <a:srgbClr val="536074"/>
                </a:solidFill>
                <a:latin typeface="Arial"/>
                <a:ea typeface="Arial"/>
                <a:cs typeface="Arial"/>
              </a:rPr>
              <a:t>regras</a:t>
            </a:r>
            <a:r>
              <a:rPr sz="1650" b="0" dirty="0">
                <a:solidFill>
                  <a:srgbClr val="536074"/>
                </a:solidFill>
                <a:latin typeface="Arial"/>
                <a:ea typeface="Arial"/>
                <a:cs typeface="Arial"/>
              </a:rPr>
              <a:t>.</a:t>
            </a:r>
            <a:endParaRPr lang="en-US" sz="1650" b="0" dirty="0">
              <a:solidFill>
                <a:srgbClr val="536074"/>
              </a:solidFill>
              <a:latin typeface="Arial"/>
              <a:ea typeface="Arial"/>
              <a:cs typeface="Arial"/>
            </a:endParaRPr>
          </a:p>
          <a:p>
            <a:pPr marL="285750" indent="-285750" algn="l">
              <a:lnSpc>
                <a:spcPct val="105000"/>
              </a:lnSpc>
              <a:buFont typeface="Arial" panose="020B0604020202020204" pitchFamily="34" charset="0"/>
              <a:buChar char="•"/>
              <a:defRPr sz="1650" b="0">
                <a:solidFill>
                  <a:srgbClr val="536074"/>
                </a:solidFill>
                <a:latin typeface="Arial"/>
                <a:ea typeface="Arial"/>
                <a:cs typeface="Arial"/>
              </a:defRPr>
            </a:pPr>
            <a:r>
              <a:rPr lang="pt-BR" sz="1650" b="0" dirty="0">
                <a:solidFill>
                  <a:srgbClr val="536074"/>
                </a:solidFill>
                <a:latin typeface="Arial"/>
                <a:ea typeface="Arial"/>
                <a:cs typeface="Arial"/>
              </a:rPr>
              <a:t>Tool Calling padrão (skills)</a:t>
            </a:r>
          </a:p>
          <a:p>
            <a:pPr marL="285750" indent="-285750">
              <a:lnSpc>
                <a:spcPct val="105000"/>
              </a:lnSpc>
              <a:buFont typeface="Arial" panose="020B0604020202020204" pitchFamily="34" charset="0"/>
              <a:buChar char="•"/>
              <a:defRPr sz="1650" b="0">
                <a:solidFill>
                  <a:srgbClr val="536074"/>
                </a:solidFill>
                <a:latin typeface="Arial"/>
                <a:ea typeface="Arial"/>
                <a:cs typeface="Arial"/>
              </a:defRPr>
            </a:pPr>
            <a:r>
              <a:rPr lang="pt-BR" sz="1650" dirty="0">
                <a:solidFill>
                  <a:srgbClr val="536074"/>
                </a:solidFill>
                <a:latin typeface="Arial"/>
                <a:ea typeface="Arial"/>
                <a:cs typeface="Arial"/>
              </a:rPr>
              <a:t>Perfil do usuário </a:t>
            </a:r>
            <a:r>
              <a:rPr lang="en-US" sz="1650" dirty="0">
                <a:solidFill>
                  <a:srgbClr val="536074"/>
                </a:solidFill>
                <a:latin typeface="Arial"/>
                <a:ea typeface="Arial"/>
                <a:cs typeface="Arial"/>
              </a:rPr>
              <a:t>(</a:t>
            </a:r>
            <a:r>
              <a:rPr lang="en-US" sz="1650" dirty="0" err="1">
                <a:solidFill>
                  <a:srgbClr val="536074"/>
                </a:solidFill>
                <a:latin typeface="Arial"/>
                <a:ea typeface="Arial"/>
                <a:cs typeface="Arial"/>
              </a:rPr>
              <a:t>Memória</a:t>
            </a:r>
            <a:r>
              <a:rPr lang="en-US" sz="1650" dirty="0">
                <a:solidFill>
                  <a:srgbClr val="536074"/>
                </a:solidFill>
                <a:latin typeface="Arial"/>
                <a:ea typeface="Arial"/>
                <a:cs typeface="Arial"/>
              </a:rPr>
              <a:t>)</a:t>
            </a:r>
            <a:endParaRPr lang="pt-BR" sz="1650" dirty="0">
              <a:solidFill>
                <a:srgbClr val="536074"/>
              </a:solidFill>
              <a:latin typeface="Arial"/>
              <a:ea typeface="Arial"/>
              <a:cs typeface="Arial"/>
            </a:endParaRPr>
          </a:p>
          <a:p>
            <a:pPr marL="285750" indent="-285750" algn="l">
              <a:lnSpc>
                <a:spcPct val="105000"/>
              </a:lnSpc>
              <a:buFont typeface="Arial" panose="020B0604020202020204" pitchFamily="34" charset="0"/>
              <a:buChar char="•"/>
              <a:defRPr sz="1650" b="0">
                <a:solidFill>
                  <a:srgbClr val="536074"/>
                </a:solidFill>
                <a:latin typeface="Arial"/>
                <a:ea typeface="Arial"/>
                <a:cs typeface="Arial"/>
              </a:defRPr>
            </a:pPr>
            <a:r>
              <a:rPr lang="pt-BR" sz="1650" b="0" dirty="0">
                <a:solidFill>
                  <a:srgbClr val="536074"/>
                </a:solidFill>
                <a:latin typeface="Arial"/>
                <a:ea typeface="Arial"/>
                <a:cs typeface="Arial"/>
              </a:rPr>
              <a:t>Web </a:t>
            </a:r>
            <a:r>
              <a:rPr lang="pt-BR" sz="1650" dirty="0" err="1">
                <a:solidFill>
                  <a:srgbClr val="536074"/>
                </a:solidFill>
                <a:latin typeface="Arial"/>
                <a:ea typeface="Arial"/>
                <a:cs typeface="Arial"/>
              </a:rPr>
              <a:t>s</a:t>
            </a:r>
            <a:r>
              <a:rPr lang="pt-BR" sz="1650" b="0" dirty="0" err="1">
                <a:solidFill>
                  <a:srgbClr val="536074"/>
                </a:solidFill>
                <a:latin typeface="Arial"/>
                <a:ea typeface="Arial"/>
                <a:cs typeface="Arial"/>
              </a:rPr>
              <a:t>earch</a:t>
            </a:r>
            <a:r>
              <a:rPr lang="pt-BR" sz="1650" b="0" dirty="0">
                <a:solidFill>
                  <a:srgbClr val="536074"/>
                </a:solidFill>
                <a:latin typeface="Arial"/>
                <a:ea typeface="Arial"/>
                <a:cs typeface="Arial"/>
              </a:rPr>
              <a:t> liberada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82F77A7-C1C4-4906-8CD7-4439B746A3D9}"/>
              </a:ext>
            </a:extLst>
          </p:cNvPr>
          <p:cNvSpPr>
            <a:spLocks noGrp="1"/>
          </p:cNvSpPr>
          <p:nvPr/>
        </p:nvSpPr>
        <p:spPr>
          <a:xfrm>
            <a:off x="6324600" y="2552700"/>
            <a:ext cx="38100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668" lnSpcReduction="10000"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C75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66E3C36-3DC6-482A-BF51-EEAC2BD92E9D}"/>
              </a:ext>
            </a:extLst>
          </p:cNvPr>
          <p:cNvSpPr>
            <a:spLocks noGrp="1"/>
          </p:cNvSpPr>
          <p:nvPr/>
        </p:nvSpPr>
        <p:spPr>
          <a:xfrm>
            <a:off x="6324600" y="3143249"/>
            <a:ext cx="4667250" cy="2428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536074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536074"/>
                </a:solidFill>
                <a:latin typeface="Arial"/>
                <a:ea typeface="Arial"/>
                <a:cs typeface="Arial"/>
              </a:rPr>
              <a:t>A </a:t>
            </a:r>
            <a:r>
              <a:rPr sz="1650" b="0" dirty="0" err="1">
                <a:solidFill>
                  <a:srgbClr val="536074"/>
                </a:solidFill>
                <a:latin typeface="Arial"/>
                <a:ea typeface="Arial"/>
                <a:cs typeface="Arial"/>
              </a:rPr>
              <a:t>sua</a:t>
            </a:r>
            <a:r>
              <a:rPr sz="1650" b="0" dirty="0">
                <a:solidFill>
                  <a:srgbClr val="536074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dirty="0" err="1">
                <a:solidFill>
                  <a:srgbClr val="536074"/>
                </a:solidFill>
                <a:latin typeface="Arial"/>
                <a:ea typeface="Arial"/>
                <a:cs typeface="Arial"/>
              </a:rPr>
              <a:t>aplicação</a:t>
            </a:r>
            <a:r>
              <a:rPr sz="1650" b="0" dirty="0">
                <a:solidFill>
                  <a:srgbClr val="536074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dirty="0" err="1">
                <a:solidFill>
                  <a:srgbClr val="536074"/>
                </a:solidFill>
                <a:latin typeface="Arial"/>
                <a:ea typeface="Arial"/>
                <a:cs typeface="Arial"/>
              </a:rPr>
              <a:t>monta</a:t>
            </a:r>
            <a:r>
              <a:rPr sz="1650" b="0" dirty="0">
                <a:solidFill>
                  <a:srgbClr val="536074"/>
                </a:solidFill>
                <a:latin typeface="Arial"/>
                <a:ea typeface="Arial"/>
                <a:cs typeface="Arial"/>
              </a:rPr>
              <a:t> as </a:t>
            </a:r>
            <a:r>
              <a:rPr sz="1650" b="0" dirty="0" err="1">
                <a:solidFill>
                  <a:srgbClr val="536074"/>
                </a:solidFill>
                <a:latin typeface="Arial"/>
                <a:ea typeface="Arial"/>
                <a:cs typeface="Arial"/>
              </a:rPr>
              <a:t>mensagens</a:t>
            </a:r>
            <a:r>
              <a:rPr sz="1650" b="0" dirty="0">
                <a:solidFill>
                  <a:srgbClr val="536074"/>
                </a:solidFill>
                <a:latin typeface="Arial"/>
                <a:ea typeface="Arial"/>
                <a:cs typeface="Arial"/>
              </a:rPr>
              <a:t> e decide o </a:t>
            </a:r>
            <a:r>
              <a:rPr sz="1650" b="0" dirty="0" err="1">
                <a:solidFill>
                  <a:srgbClr val="536074"/>
                </a:solidFill>
                <a:latin typeface="Arial"/>
                <a:ea typeface="Arial"/>
                <a:cs typeface="Arial"/>
              </a:rPr>
              <a:t>que</a:t>
            </a:r>
            <a:r>
              <a:rPr sz="1650" b="0" dirty="0">
                <a:solidFill>
                  <a:srgbClr val="536074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dirty="0" err="1">
                <a:solidFill>
                  <a:srgbClr val="536074"/>
                </a:solidFill>
                <a:latin typeface="Arial"/>
                <a:ea typeface="Arial"/>
                <a:cs typeface="Arial"/>
              </a:rPr>
              <a:t>enviar</a:t>
            </a:r>
            <a:r>
              <a:rPr sz="1650" b="0" dirty="0">
                <a:solidFill>
                  <a:srgbClr val="536074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dirty="0" err="1">
                <a:solidFill>
                  <a:srgbClr val="536074"/>
                </a:solidFill>
                <a:latin typeface="Arial"/>
                <a:ea typeface="Arial"/>
                <a:cs typeface="Arial"/>
              </a:rPr>
              <a:t>em</a:t>
            </a:r>
            <a:r>
              <a:rPr sz="1650" b="0" dirty="0">
                <a:solidFill>
                  <a:srgbClr val="536074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dirty="0" err="1">
                <a:solidFill>
                  <a:srgbClr val="536074"/>
                </a:solidFill>
                <a:latin typeface="Arial"/>
                <a:ea typeface="Arial"/>
                <a:cs typeface="Arial"/>
              </a:rPr>
              <a:t>cada</a:t>
            </a:r>
            <a:r>
              <a:rPr sz="1650" b="0" dirty="0">
                <a:solidFill>
                  <a:srgbClr val="536074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dirty="0" err="1">
                <a:solidFill>
                  <a:srgbClr val="536074"/>
                </a:solidFill>
                <a:latin typeface="Arial"/>
                <a:ea typeface="Arial"/>
                <a:cs typeface="Arial"/>
              </a:rPr>
              <a:t>chamada</a:t>
            </a:r>
            <a:r>
              <a:rPr sz="1650" b="0" dirty="0">
                <a:solidFill>
                  <a:srgbClr val="536074"/>
                </a:solidFill>
                <a:latin typeface="Arial"/>
                <a:ea typeface="Arial"/>
                <a:cs typeface="Arial"/>
              </a:rPr>
              <a:t>.</a:t>
            </a:r>
            <a:endParaRPr lang="en-US" sz="1650" b="0" dirty="0">
              <a:solidFill>
                <a:srgbClr val="536074"/>
              </a:solidFill>
              <a:latin typeface="Arial"/>
              <a:ea typeface="Arial"/>
              <a:cs typeface="Arial"/>
            </a:endParaRPr>
          </a:p>
          <a:p>
            <a:pPr marL="285750" indent="-285750" algn="l">
              <a:lnSpc>
                <a:spcPct val="105000"/>
              </a:lnSpc>
              <a:buFont typeface="Arial" panose="020B0604020202020204" pitchFamily="34" charset="0"/>
              <a:buChar char="•"/>
              <a:defRPr sz="1650" b="0">
                <a:solidFill>
                  <a:srgbClr val="536074"/>
                </a:solidFill>
                <a:latin typeface="Arial"/>
                <a:ea typeface="Arial"/>
                <a:cs typeface="Arial"/>
              </a:defRPr>
            </a:pPr>
            <a:r>
              <a:rPr lang="pt-BR" sz="1650" b="0" dirty="0">
                <a:solidFill>
                  <a:srgbClr val="536074"/>
                </a:solidFill>
                <a:latin typeface="Arial"/>
                <a:ea typeface="Arial"/>
                <a:cs typeface="Arial"/>
              </a:rPr>
              <a:t>Nada disso é configurado por padrão.</a:t>
            </a:r>
          </a:p>
          <a:p>
            <a:pPr marL="285750" indent="-285750" algn="l">
              <a:lnSpc>
                <a:spcPct val="105000"/>
              </a:lnSpc>
              <a:buFont typeface="Arial" panose="020B0604020202020204" pitchFamily="34" charset="0"/>
              <a:buChar char="•"/>
              <a:defRPr sz="1650" b="0">
                <a:solidFill>
                  <a:srgbClr val="536074"/>
                </a:solidFill>
                <a:latin typeface="Arial"/>
                <a:ea typeface="Arial"/>
                <a:cs typeface="Arial"/>
              </a:defRPr>
            </a:pPr>
            <a:r>
              <a:rPr lang="pt-BR" sz="1650" dirty="0">
                <a:solidFill>
                  <a:srgbClr val="536074"/>
                </a:solidFill>
                <a:latin typeface="Arial"/>
                <a:ea typeface="Arial"/>
                <a:cs typeface="Arial"/>
              </a:rPr>
              <a:t>O controle, segurança e </a:t>
            </a:r>
            <a:r>
              <a:rPr lang="pt-BR" sz="1650" dirty="0" err="1">
                <a:solidFill>
                  <a:srgbClr val="536074"/>
                </a:solidFill>
                <a:latin typeface="Arial"/>
                <a:ea typeface="Arial"/>
                <a:cs typeface="Arial"/>
              </a:rPr>
              <a:t>harness</a:t>
            </a:r>
            <a:r>
              <a:rPr lang="pt-BR" sz="1650" dirty="0">
                <a:solidFill>
                  <a:srgbClr val="536074"/>
                </a:solidFill>
                <a:latin typeface="Arial"/>
                <a:ea typeface="Arial"/>
                <a:cs typeface="Arial"/>
              </a:rPr>
              <a:t> são completamente dominados pelo usuário.</a:t>
            </a:r>
            <a:endParaRPr sz="1650" b="0" dirty="0">
              <a:solidFill>
                <a:srgbClr val="536074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00777C24-7AAD-A6ED-D22D-A0EB821E0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9603" y="4749485"/>
            <a:ext cx="4986793" cy="1645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21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67425912-F5C1-45EF-94CA-BCFB1384C6B9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49E0C8"/>
                </a:solidFill>
                <a:latin typeface="Arial"/>
                <a:ea typeface="Arial"/>
                <a:cs typeface="Arial"/>
              </a:defRPr>
            </a:pPr>
            <a:r>
              <a:rPr sz="1050" b="1" dirty="0">
                <a:solidFill>
                  <a:srgbClr val="49E0C8"/>
                </a:solidFill>
                <a:latin typeface="Arial"/>
                <a:ea typeface="Arial"/>
                <a:cs typeface="Arial"/>
              </a:rPr>
              <a:t>ANATOMIA DA REQUISIÇÃO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EC28BFF-8820-4F74-8D5F-525890C3459D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 mensagens carregam o pedido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AE1551F-760C-43BC-AF60-3940CE33219E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133"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AAB5C9"/>
                </a:solidFill>
                <a:latin typeface="Arial"/>
                <a:ea typeface="Arial"/>
                <a:cs typeface="Arial"/>
              </a:defRPr>
            </a:pPr>
            <a:r>
              <a:rPr sz="1050" b="0" dirty="0">
                <a:solidFill>
                  <a:srgbClr val="AAB5C9"/>
                </a:solidFill>
                <a:latin typeface="Arial"/>
                <a:ea typeface="Arial"/>
                <a:cs typeface="Arial"/>
              </a:rPr>
              <a:t>Aula 1 - LLM APIs 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C6B78337-4CAC-40C9-AB2C-4448F14DDD66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3238500" cy="1428750"/>
          </a:xfrm>
          <a:prstGeom prst="roundRect">
            <a:avLst>
              <a:gd name="adj" fmla="val 5333"/>
            </a:avLst>
          </a:prstGeom>
          <a:solidFill>
            <a:srgbClr val="1B2D51"/>
          </a:solidFill>
          <a:ln w="9525">
            <a:solidFill>
              <a:srgbClr val="2B3F63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E62BE89-6621-4DB2-8DF3-3F04E9244C31}"/>
              </a:ext>
            </a:extLst>
          </p:cNvPr>
          <p:cNvSpPr>
            <a:spLocks noGrp="1"/>
          </p:cNvSpPr>
          <p:nvPr/>
        </p:nvSpPr>
        <p:spPr>
          <a:xfrm>
            <a:off x="933450" y="2286000"/>
            <a:ext cx="2667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481" lnSpcReduction="20000"/>
          </a:bodyPr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49E0C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9E0C8"/>
                </a:solidFill>
                <a:latin typeface="Arial"/>
                <a:ea typeface="Arial"/>
                <a:cs typeface="Arial"/>
              </a:rPr>
              <a:t>system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8EDE44D-471F-4011-B9E0-A0D9980A9C95}"/>
              </a:ext>
            </a:extLst>
          </p:cNvPr>
          <p:cNvSpPr>
            <a:spLocks noGrp="1"/>
          </p:cNvSpPr>
          <p:nvPr/>
        </p:nvSpPr>
        <p:spPr>
          <a:xfrm>
            <a:off x="933450" y="2800350"/>
            <a:ext cx="26670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7659" lnSpcReduction="10000"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D6DFE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6DFEC"/>
                </a:solidFill>
                <a:latin typeface="Arial"/>
                <a:ea typeface="Arial"/>
                <a:cs typeface="Arial"/>
              </a:rPr>
              <a:t>comportamento que a aplicação quer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5C09B3B7-F9E2-4E54-9EBC-46B03601F741}"/>
              </a:ext>
            </a:extLst>
          </p:cNvPr>
          <p:cNvSpPr>
            <a:spLocks noGrp="1"/>
          </p:cNvSpPr>
          <p:nvPr/>
        </p:nvSpPr>
        <p:spPr>
          <a:xfrm>
            <a:off x="4362450" y="2000250"/>
            <a:ext cx="3238500" cy="1428750"/>
          </a:xfrm>
          <a:prstGeom prst="roundRect">
            <a:avLst>
              <a:gd name="adj" fmla="val 5333"/>
            </a:avLst>
          </a:prstGeom>
          <a:solidFill>
            <a:srgbClr val="1B2D51"/>
          </a:solidFill>
          <a:ln w="9525">
            <a:solidFill>
              <a:srgbClr val="2B3F63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0B3E636-71DD-4304-80EC-F2057AA9E5A1}"/>
              </a:ext>
            </a:extLst>
          </p:cNvPr>
          <p:cNvSpPr>
            <a:spLocks noGrp="1"/>
          </p:cNvSpPr>
          <p:nvPr/>
        </p:nvSpPr>
        <p:spPr>
          <a:xfrm>
            <a:off x="4610100" y="2286000"/>
            <a:ext cx="2667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481" lnSpcReduction="20000"/>
          </a:bodyPr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49E0C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9E0C8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516B4FC-A320-4312-BE35-813B503FE24B}"/>
              </a:ext>
            </a:extLst>
          </p:cNvPr>
          <p:cNvSpPr>
            <a:spLocks noGrp="1"/>
          </p:cNvSpPr>
          <p:nvPr/>
        </p:nvSpPr>
        <p:spPr>
          <a:xfrm>
            <a:off x="4610100" y="2800350"/>
            <a:ext cx="26670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D6DFE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6DFEC"/>
                </a:solidFill>
                <a:latin typeface="Arial"/>
                <a:ea typeface="Arial"/>
                <a:cs typeface="Arial"/>
              </a:rPr>
              <a:t>solicitação recebida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1CF5958B-6C1D-4767-AE05-EBB3DCEBADE1}"/>
              </a:ext>
            </a:extLst>
          </p:cNvPr>
          <p:cNvSpPr>
            <a:spLocks noGrp="1"/>
          </p:cNvSpPr>
          <p:nvPr/>
        </p:nvSpPr>
        <p:spPr>
          <a:xfrm>
            <a:off x="8039100" y="2000250"/>
            <a:ext cx="3238500" cy="1428750"/>
          </a:xfrm>
          <a:prstGeom prst="roundRect">
            <a:avLst>
              <a:gd name="adj" fmla="val 5333"/>
            </a:avLst>
          </a:prstGeom>
          <a:solidFill>
            <a:srgbClr val="1B2D51"/>
          </a:solidFill>
          <a:ln w="9525">
            <a:solidFill>
              <a:srgbClr val="2B3F63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B3E6F1F-A749-45D0-BA2E-87204D24F332}"/>
              </a:ext>
            </a:extLst>
          </p:cNvPr>
          <p:cNvSpPr>
            <a:spLocks noGrp="1"/>
          </p:cNvSpPr>
          <p:nvPr/>
        </p:nvSpPr>
        <p:spPr>
          <a:xfrm>
            <a:off x="8286750" y="2286000"/>
            <a:ext cx="2667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481" lnSpcReduction="20000"/>
          </a:bodyPr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49E0C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9E0C8"/>
                </a:solidFill>
                <a:latin typeface="Arial"/>
                <a:ea typeface="Arial"/>
                <a:cs typeface="Arial"/>
              </a:rPr>
              <a:t>assistant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3FAEEB1D-BB8C-4320-9494-6609DDF2D2E3}"/>
              </a:ext>
            </a:extLst>
          </p:cNvPr>
          <p:cNvSpPr>
            <a:spLocks noGrp="1"/>
          </p:cNvSpPr>
          <p:nvPr/>
        </p:nvSpPr>
        <p:spPr>
          <a:xfrm>
            <a:off x="8286750" y="2800350"/>
            <a:ext cx="26670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897" lnSpcReduction="20000"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D6DFE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6DFEC"/>
                </a:solidFill>
                <a:latin typeface="Arial"/>
                <a:ea typeface="Arial"/>
                <a:cs typeface="Arial"/>
              </a:rPr>
              <a:t>resposta produzida pelo modelo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799CBA97-4F08-98A0-A2C7-EC8B6C10F5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3575" y="3654867"/>
            <a:ext cx="8020050" cy="2577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200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319B78D1-9DF8-4280-9778-D30ADBD34407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2341179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49E0C8"/>
                </a:solidFill>
                <a:latin typeface="Arial"/>
                <a:ea typeface="Arial"/>
                <a:cs typeface="Arial"/>
              </a:defRPr>
            </a:pPr>
            <a:r>
              <a:rPr sz="1050" b="1" dirty="0">
                <a:solidFill>
                  <a:srgbClr val="49E0C8"/>
                </a:solidFill>
                <a:latin typeface="Arial"/>
                <a:ea typeface="Arial"/>
                <a:cs typeface="Arial"/>
              </a:rPr>
              <a:t>O QUE VE</a:t>
            </a:r>
            <a:r>
              <a:rPr lang="en-US" sz="1050" b="1" dirty="0">
                <a:solidFill>
                  <a:srgbClr val="49E0C8"/>
                </a:solidFill>
                <a:latin typeface="Arial"/>
                <a:ea typeface="Arial"/>
                <a:cs typeface="Arial"/>
              </a:rPr>
              <a:t>M COM A</a:t>
            </a:r>
            <a:r>
              <a:rPr sz="1050" b="1" dirty="0">
                <a:solidFill>
                  <a:srgbClr val="49E0C8"/>
                </a:solidFill>
                <a:latin typeface="Arial"/>
                <a:ea typeface="Arial"/>
                <a:cs typeface="Arial"/>
              </a:rPr>
              <a:t> RESPOSTA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E8BF166-5EC3-4578-9068-D93AD6CF00A8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resposta traz texto e metadados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F29AD55-6B7C-4EDC-947F-4382A727254C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133"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AAB5C9"/>
                </a:solidFill>
                <a:latin typeface="Arial"/>
                <a:ea typeface="Arial"/>
                <a:cs typeface="Arial"/>
              </a:defRPr>
            </a:pPr>
            <a:r>
              <a:rPr sz="1050" b="0" dirty="0">
                <a:solidFill>
                  <a:srgbClr val="AAB5C9"/>
                </a:solidFill>
                <a:latin typeface="Arial"/>
                <a:ea typeface="Arial"/>
                <a:cs typeface="Arial"/>
              </a:rPr>
              <a:t>Aula 1 - LLM APIs 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3AC37DD-AE30-4EE9-A394-6A72F30FE0E8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7239000" cy="704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0">
                <a:solidFill>
                  <a:srgbClr val="D6DF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6DFEC"/>
                </a:solidFill>
                <a:latin typeface="Arial"/>
                <a:ea typeface="Arial"/>
                <a:cs typeface="Arial"/>
              </a:rPr>
              <a:t>A aplicação pode usar o texto para continuar o fluxo e observar os tokens para entender o tamanho da chamada.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CE88B293-D35A-4BFA-A2EC-E7344BF457F9}"/>
              </a:ext>
            </a:extLst>
          </p:cNvPr>
          <p:cNvSpPr>
            <a:spLocks noGrp="1"/>
          </p:cNvSpPr>
          <p:nvPr/>
        </p:nvSpPr>
        <p:spPr>
          <a:xfrm>
            <a:off x="762000" y="2505075"/>
            <a:ext cx="3238500" cy="1143000"/>
          </a:xfrm>
          <a:prstGeom prst="roundRect">
            <a:avLst>
              <a:gd name="adj" fmla="val 6667"/>
            </a:avLst>
          </a:prstGeom>
          <a:solidFill>
            <a:srgbClr val="1B2D51"/>
          </a:solidFill>
          <a:ln w="9525">
            <a:solidFill>
              <a:srgbClr val="2B3F63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414DBB1-05CB-4BD7-82EF-CF5EA62B9B52}"/>
              </a:ext>
            </a:extLst>
          </p:cNvPr>
          <p:cNvSpPr>
            <a:spLocks noGrp="1"/>
          </p:cNvSpPr>
          <p:nvPr/>
        </p:nvSpPr>
        <p:spPr>
          <a:xfrm>
            <a:off x="971550" y="2752725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795" lnSpcReduction="20000"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49E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9E0C8"/>
                </a:solidFill>
                <a:latin typeface="Arial"/>
                <a:ea typeface="Arial"/>
                <a:cs typeface="Arial"/>
              </a:rPr>
              <a:t>prompt_tokens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CD08376-5746-4D06-A4BD-F4104F772DCB}"/>
              </a:ext>
            </a:extLst>
          </p:cNvPr>
          <p:cNvSpPr>
            <a:spLocks noGrp="1"/>
          </p:cNvSpPr>
          <p:nvPr/>
        </p:nvSpPr>
        <p:spPr>
          <a:xfrm>
            <a:off x="971550" y="3209925"/>
            <a:ext cx="2667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447"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D6DFE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6DFEC"/>
                </a:solidFill>
                <a:latin typeface="Arial"/>
                <a:ea typeface="Arial"/>
                <a:cs typeface="Arial"/>
              </a:rPr>
              <a:t>entrada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02A396C6-E003-45F1-9795-33FB0D402FC1}"/>
              </a:ext>
            </a:extLst>
          </p:cNvPr>
          <p:cNvSpPr>
            <a:spLocks noGrp="1"/>
          </p:cNvSpPr>
          <p:nvPr/>
        </p:nvSpPr>
        <p:spPr>
          <a:xfrm>
            <a:off x="4343400" y="2505075"/>
            <a:ext cx="3238500" cy="1143000"/>
          </a:xfrm>
          <a:prstGeom prst="roundRect">
            <a:avLst>
              <a:gd name="adj" fmla="val 6667"/>
            </a:avLst>
          </a:prstGeom>
          <a:solidFill>
            <a:srgbClr val="1B2D51"/>
          </a:solidFill>
          <a:ln w="9525">
            <a:solidFill>
              <a:srgbClr val="2B3F63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1E32069-C3E1-4BFE-B5C2-BA10BE202EC7}"/>
              </a:ext>
            </a:extLst>
          </p:cNvPr>
          <p:cNvSpPr>
            <a:spLocks noGrp="1"/>
          </p:cNvSpPr>
          <p:nvPr/>
        </p:nvSpPr>
        <p:spPr>
          <a:xfrm>
            <a:off x="4552950" y="2752725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795" lnSpcReduction="20000"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49E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9E0C8"/>
                </a:solidFill>
                <a:latin typeface="Arial"/>
                <a:ea typeface="Arial"/>
                <a:cs typeface="Arial"/>
              </a:rPr>
              <a:t>completion_tokens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D5CA3EF-D015-4D18-BB85-5A7A73F651FF}"/>
              </a:ext>
            </a:extLst>
          </p:cNvPr>
          <p:cNvSpPr>
            <a:spLocks noGrp="1"/>
          </p:cNvSpPr>
          <p:nvPr/>
        </p:nvSpPr>
        <p:spPr>
          <a:xfrm>
            <a:off x="4552950" y="3209925"/>
            <a:ext cx="2667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447"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D6DFE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6DFEC"/>
                </a:solidFill>
                <a:latin typeface="Arial"/>
                <a:ea typeface="Arial"/>
                <a:cs typeface="Arial"/>
              </a:rPr>
              <a:t>saída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7BC5D871-7FEF-45FA-8F40-06F8A66E6CDC}"/>
              </a:ext>
            </a:extLst>
          </p:cNvPr>
          <p:cNvSpPr>
            <a:spLocks noGrp="1"/>
          </p:cNvSpPr>
          <p:nvPr/>
        </p:nvSpPr>
        <p:spPr>
          <a:xfrm>
            <a:off x="7924800" y="2505075"/>
            <a:ext cx="3238500" cy="1143000"/>
          </a:xfrm>
          <a:prstGeom prst="roundRect">
            <a:avLst>
              <a:gd name="adj" fmla="val 6667"/>
            </a:avLst>
          </a:prstGeom>
          <a:solidFill>
            <a:srgbClr val="1B2D51"/>
          </a:solidFill>
          <a:ln w="9525">
            <a:solidFill>
              <a:srgbClr val="2B3F63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D8EB665-3F5B-40A1-88E5-85FAD59EE25A}"/>
              </a:ext>
            </a:extLst>
          </p:cNvPr>
          <p:cNvSpPr>
            <a:spLocks noGrp="1"/>
          </p:cNvSpPr>
          <p:nvPr/>
        </p:nvSpPr>
        <p:spPr>
          <a:xfrm>
            <a:off x="8134350" y="2752725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795" lnSpcReduction="20000"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49E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9E0C8"/>
                </a:solidFill>
                <a:latin typeface="Arial"/>
                <a:ea typeface="Arial"/>
                <a:cs typeface="Arial"/>
              </a:rPr>
              <a:t>total_tokens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B687AD4-8248-47F8-87B6-04C48B42F82D}"/>
              </a:ext>
            </a:extLst>
          </p:cNvPr>
          <p:cNvSpPr>
            <a:spLocks noGrp="1"/>
          </p:cNvSpPr>
          <p:nvPr/>
        </p:nvSpPr>
        <p:spPr>
          <a:xfrm>
            <a:off x="8134350" y="3209925"/>
            <a:ext cx="2667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447"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D6DFE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6DFEC"/>
                </a:solidFill>
                <a:latin typeface="Arial"/>
                <a:ea typeface="Arial"/>
                <a:cs typeface="Arial"/>
              </a:rPr>
              <a:t>soma da chamada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E85823D5-A237-2612-F014-5AB728E26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3150" y="3828360"/>
            <a:ext cx="7239000" cy="2392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788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F3603696-5F1E-4E0C-B2A7-71CFB66852DB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C75"/>
                </a:solidFill>
                <a:latin typeface="Arial"/>
                <a:ea typeface="Arial"/>
                <a:cs typeface="Arial"/>
              </a:rPr>
              <a:t>CONTEXT WINDOW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2CB5DA4-9FFA-4826-A6D1-2331B2E9173D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8477119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lnSpc>
                <a:spcPct val="105000"/>
              </a:lnSpc>
              <a:buNone/>
              <a:defRPr sz="31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3150" b="1" dirty="0">
                <a:solidFill>
                  <a:srgbClr val="14213D"/>
                </a:solidFill>
                <a:latin typeface="Arial"/>
                <a:ea typeface="Arial"/>
                <a:cs typeface="Arial"/>
              </a:rPr>
              <a:t>Cada </a:t>
            </a:r>
            <a:r>
              <a:rPr sz="3150" b="1" dirty="0" err="1">
                <a:solidFill>
                  <a:srgbClr val="14213D"/>
                </a:solidFill>
                <a:latin typeface="Arial"/>
                <a:ea typeface="Arial"/>
                <a:cs typeface="Arial"/>
              </a:rPr>
              <a:t>chamada</a:t>
            </a:r>
            <a:r>
              <a:rPr sz="3150" b="1" dirty="0">
                <a:solidFill>
                  <a:srgbClr val="14213D"/>
                </a:solidFill>
                <a:latin typeface="Arial"/>
                <a:ea typeface="Arial"/>
                <a:cs typeface="Arial"/>
              </a:rPr>
              <a:t> </a:t>
            </a:r>
            <a:r>
              <a:rPr sz="3150" b="1" dirty="0" err="1">
                <a:solidFill>
                  <a:srgbClr val="14213D"/>
                </a:solidFill>
                <a:latin typeface="Arial"/>
                <a:ea typeface="Arial"/>
                <a:cs typeface="Arial"/>
              </a:rPr>
              <a:t>precisa</a:t>
            </a:r>
            <a:r>
              <a:rPr sz="3150" b="1" dirty="0">
                <a:solidFill>
                  <a:srgbClr val="14213D"/>
                </a:solidFill>
                <a:latin typeface="Arial"/>
                <a:ea typeface="Arial"/>
                <a:cs typeface="Arial"/>
              </a:rPr>
              <a:t> </a:t>
            </a:r>
            <a:r>
              <a:rPr sz="3150" b="1" dirty="0" err="1">
                <a:solidFill>
                  <a:srgbClr val="14213D"/>
                </a:solidFill>
                <a:latin typeface="Arial"/>
                <a:ea typeface="Arial"/>
                <a:cs typeface="Arial"/>
              </a:rPr>
              <a:t>carregar</a:t>
            </a:r>
            <a:r>
              <a:rPr sz="3150" b="1" dirty="0">
                <a:solidFill>
                  <a:srgbClr val="14213D"/>
                </a:solidFill>
                <a:latin typeface="Arial"/>
                <a:ea typeface="Arial"/>
                <a:cs typeface="Arial"/>
              </a:rPr>
              <a:t> o </a:t>
            </a:r>
            <a:r>
              <a:rPr sz="3150" b="1" dirty="0" err="1">
                <a:solidFill>
                  <a:srgbClr val="14213D"/>
                </a:solidFill>
                <a:latin typeface="Arial"/>
                <a:ea typeface="Arial"/>
                <a:cs typeface="Arial"/>
              </a:rPr>
              <a:t>contexto</a:t>
            </a:r>
            <a:endParaRPr sz="3150" b="1" dirty="0">
              <a:solidFill>
                <a:srgbClr val="1421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4046564-9ADB-41FC-8E28-8A5106BB8AAC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133"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536074"/>
                </a:solidFill>
                <a:latin typeface="Arial"/>
                <a:ea typeface="Arial"/>
                <a:cs typeface="Arial"/>
              </a:defRPr>
            </a:pPr>
            <a:r>
              <a:rPr sz="1050" b="0" dirty="0">
                <a:solidFill>
                  <a:srgbClr val="536074"/>
                </a:solidFill>
                <a:latin typeface="Arial"/>
                <a:ea typeface="Arial"/>
                <a:cs typeface="Arial"/>
              </a:rPr>
              <a:t>Aula 1 - LLM APIs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F6FC58D-2FFC-44B5-81A3-73370D0B2320}"/>
              </a:ext>
            </a:extLst>
          </p:cNvPr>
          <p:cNvSpPr>
            <a:spLocks noGrp="1"/>
          </p:cNvSpPr>
          <p:nvPr/>
        </p:nvSpPr>
        <p:spPr>
          <a:xfrm>
            <a:off x="685800" y="1543050"/>
            <a:ext cx="10191750" cy="952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lnSpc>
                <a:spcPct val="105000"/>
              </a:lnSpc>
              <a:buNone/>
              <a:defRPr sz="1950" b="0">
                <a:solidFill>
                  <a:srgbClr val="536074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536074"/>
                </a:solidFill>
                <a:latin typeface="Arial"/>
                <a:ea typeface="Arial"/>
                <a:cs typeface="Arial"/>
              </a:rPr>
              <a:t>Uma </a:t>
            </a:r>
            <a:r>
              <a:rPr sz="1950" b="0" dirty="0" err="1">
                <a:solidFill>
                  <a:srgbClr val="536074"/>
                </a:solidFill>
                <a:latin typeface="Arial"/>
                <a:ea typeface="Arial"/>
                <a:cs typeface="Arial"/>
              </a:rPr>
              <a:t>chamada</a:t>
            </a:r>
            <a:r>
              <a:rPr sz="1950" b="0" dirty="0">
                <a:solidFill>
                  <a:srgbClr val="536074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536074"/>
                </a:solidFill>
                <a:latin typeface="Arial"/>
                <a:ea typeface="Arial"/>
                <a:cs typeface="Arial"/>
              </a:rPr>
              <a:t>separada</a:t>
            </a:r>
            <a:r>
              <a:rPr sz="1950" b="0" dirty="0">
                <a:solidFill>
                  <a:srgbClr val="536074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536074"/>
                </a:solidFill>
                <a:latin typeface="Arial"/>
                <a:ea typeface="Arial"/>
                <a:cs typeface="Arial"/>
              </a:rPr>
              <a:t>não</a:t>
            </a:r>
            <a:r>
              <a:rPr sz="1950" b="0" dirty="0">
                <a:solidFill>
                  <a:srgbClr val="536074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536074"/>
                </a:solidFill>
                <a:latin typeface="Arial"/>
                <a:ea typeface="Arial"/>
                <a:cs typeface="Arial"/>
              </a:rPr>
              <a:t>recebe</a:t>
            </a:r>
            <a:r>
              <a:rPr sz="1950" b="0" dirty="0">
                <a:solidFill>
                  <a:srgbClr val="536074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536074"/>
                </a:solidFill>
                <a:latin typeface="Arial"/>
                <a:ea typeface="Arial"/>
                <a:cs typeface="Arial"/>
              </a:rPr>
              <a:t>automaticamente</a:t>
            </a:r>
            <a:r>
              <a:rPr sz="1950" b="0" dirty="0">
                <a:solidFill>
                  <a:srgbClr val="536074"/>
                </a:solidFill>
                <a:latin typeface="Arial"/>
                <a:ea typeface="Arial"/>
                <a:cs typeface="Arial"/>
              </a:rPr>
              <a:t> o </a:t>
            </a:r>
            <a:r>
              <a:rPr sz="1950" b="0" dirty="0" err="1">
                <a:solidFill>
                  <a:srgbClr val="536074"/>
                </a:solidFill>
                <a:latin typeface="Arial"/>
                <a:ea typeface="Arial"/>
                <a:cs typeface="Arial"/>
              </a:rPr>
              <a:t>que</a:t>
            </a:r>
            <a:r>
              <a:rPr sz="1950" b="0" dirty="0">
                <a:solidFill>
                  <a:srgbClr val="536074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536074"/>
                </a:solidFill>
                <a:latin typeface="Arial"/>
                <a:ea typeface="Arial"/>
                <a:cs typeface="Arial"/>
              </a:rPr>
              <a:t>aconteceu</a:t>
            </a:r>
            <a:r>
              <a:rPr sz="1950" b="0" dirty="0">
                <a:solidFill>
                  <a:srgbClr val="536074"/>
                </a:solidFill>
                <a:latin typeface="Arial"/>
                <a:ea typeface="Arial"/>
                <a:cs typeface="Arial"/>
              </a:rPr>
              <a:t> antes. A </a:t>
            </a:r>
            <a:r>
              <a:rPr sz="1950" b="0" dirty="0" err="1">
                <a:solidFill>
                  <a:srgbClr val="536074"/>
                </a:solidFill>
                <a:latin typeface="Arial"/>
                <a:ea typeface="Arial"/>
                <a:cs typeface="Arial"/>
              </a:rPr>
              <a:t>aplicação</a:t>
            </a:r>
            <a:r>
              <a:rPr sz="1950" b="0" dirty="0">
                <a:solidFill>
                  <a:srgbClr val="536074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536074"/>
                </a:solidFill>
                <a:latin typeface="Arial"/>
                <a:ea typeface="Arial"/>
                <a:cs typeface="Arial"/>
              </a:rPr>
              <a:t>cria</a:t>
            </a:r>
            <a:r>
              <a:rPr sz="1950" b="0" dirty="0">
                <a:solidFill>
                  <a:srgbClr val="536074"/>
                </a:solidFill>
                <a:latin typeface="Arial"/>
                <a:ea typeface="Arial"/>
                <a:cs typeface="Arial"/>
              </a:rPr>
              <a:t> a </a:t>
            </a:r>
            <a:r>
              <a:rPr sz="1950" b="0" dirty="0" err="1">
                <a:solidFill>
                  <a:srgbClr val="536074"/>
                </a:solidFill>
                <a:latin typeface="Arial"/>
                <a:ea typeface="Arial"/>
                <a:cs typeface="Arial"/>
              </a:rPr>
              <a:t>sensação</a:t>
            </a:r>
            <a:r>
              <a:rPr sz="1950" b="0" dirty="0">
                <a:solidFill>
                  <a:srgbClr val="536074"/>
                </a:solidFill>
                <a:latin typeface="Arial"/>
                <a:ea typeface="Arial"/>
                <a:cs typeface="Arial"/>
              </a:rPr>
              <a:t> de </a:t>
            </a:r>
            <a:r>
              <a:rPr sz="1950" b="0" dirty="0" err="1">
                <a:solidFill>
                  <a:srgbClr val="536074"/>
                </a:solidFill>
                <a:latin typeface="Arial"/>
                <a:ea typeface="Arial"/>
                <a:cs typeface="Arial"/>
              </a:rPr>
              <a:t>memória</a:t>
            </a:r>
            <a:r>
              <a:rPr sz="1950" b="0" dirty="0">
                <a:solidFill>
                  <a:srgbClr val="536074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536074"/>
                </a:solidFill>
                <a:latin typeface="Arial"/>
                <a:ea typeface="Arial"/>
                <a:cs typeface="Arial"/>
              </a:rPr>
              <a:t>ao</a:t>
            </a:r>
            <a:r>
              <a:rPr sz="1950" b="0" dirty="0">
                <a:solidFill>
                  <a:srgbClr val="536074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536074"/>
                </a:solidFill>
                <a:latin typeface="Arial"/>
                <a:ea typeface="Arial"/>
                <a:cs typeface="Arial"/>
              </a:rPr>
              <a:t>reenviar</a:t>
            </a:r>
            <a:r>
              <a:rPr sz="1950" b="0" dirty="0">
                <a:solidFill>
                  <a:srgbClr val="536074"/>
                </a:solidFill>
                <a:latin typeface="Arial"/>
                <a:ea typeface="Arial"/>
                <a:cs typeface="Arial"/>
              </a:rPr>
              <a:t> o histórico </a:t>
            </a:r>
            <a:r>
              <a:rPr sz="1950" b="0" dirty="0" err="1">
                <a:solidFill>
                  <a:srgbClr val="536074"/>
                </a:solidFill>
                <a:latin typeface="Arial"/>
                <a:ea typeface="Arial"/>
                <a:cs typeface="Arial"/>
              </a:rPr>
              <a:t>em</a:t>
            </a:r>
            <a:r>
              <a:rPr sz="1950" b="0" dirty="0">
                <a:solidFill>
                  <a:srgbClr val="536074"/>
                </a:solidFill>
                <a:latin typeface="Arial"/>
                <a:ea typeface="Arial"/>
                <a:cs typeface="Arial"/>
              </a:rPr>
              <a:t> messages.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6C2979E3-214A-4822-9D1C-F189D174CBD7}"/>
              </a:ext>
            </a:extLst>
          </p:cNvPr>
          <p:cNvSpPr>
            <a:spLocks noGrp="1"/>
          </p:cNvSpPr>
          <p:nvPr/>
        </p:nvSpPr>
        <p:spPr>
          <a:xfrm>
            <a:off x="685800" y="2495550"/>
            <a:ext cx="2133600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7DCE2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06BFE2C-1AE4-472E-9CD4-D38EE85DAA26}"/>
              </a:ext>
            </a:extLst>
          </p:cNvPr>
          <p:cNvSpPr>
            <a:spLocks noGrp="1"/>
          </p:cNvSpPr>
          <p:nvPr/>
        </p:nvSpPr>
        <p:spPr>
          <a:xfrm>
            <a:off x="800100" y="2724150"/>
            <a:ext cx="1905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016" lnSpcReduction="20000"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1" dirty="0" err="1">
                <a:solidFill>
                  <a:srgbClr val="14213D"/>
                </a:solidFill>
                <a:latin typeface="Arial"/>
                <a:ea typeface="Arial"/>
                <a:cs typeface="Arial"/>
              </a:rPr>
              <a:t>aplicação</a:t>
            </a:r>
            <a:endParaRPr sz="1500" b="1" dirty="0">
              <a:solidFill>
                <a:srgbClr val="1421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D6EF538D-DE64-4975-9F40-AB2BF0E2FC4E}"/>
              </a:ext>
            </a:extLst>
          </p:cNvPr>
          <p:cNvSpPr>
            <a:spLocks noGrp="1"/>
          </p:cNvSpPr>
          <p:nvPr/>
        </p:nvSpPr>
        <p:spPr>
          <a:xfrm>
            <a:off x="3409950" y="2495550"/>
            <a:ext cx="2133600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7DCE2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EB41902-F595-4684-92CA-C335D690C03A}"/>
              </a:ext>
            </a:extLst>
          </p:cNvPr>
          <p:cNvSpPr>
            <a:spLocks noGrp="1"/>
          </p:cNvSpPr>
          <p:nvPr/>
        </p:nvSpPr>
        <p:spPr>
          <a:xfrm>
            <a:off x="3524250" y="2724150"/>
            <a:ext cx="1905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016" lnSpcReduction="20000"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mensagens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7D17C91B-8E45-41E4-AE27-9DB12CCE3290}"/>
              </a:ext>
            </a:extLst>
          </p:cNvPr>
          <p:cNvSpPr>
            <a:spLocks noGrp="1"/>
          </p:cNvSpPr>
          <p:nvPr/>
        </p:nvSpPr>
        <p:spPr>
          <a:xfrm>
            <a:off x="6134100" y="2495550"/>
            <a:ext cx="2133600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7DCE2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798A9DB-6BF8-4814-AF57-8D0F8865A440}"/>
              </a:ext>
            </a:extLst>
          </p:cNvPr>
          <p:cNvSpPr>
            <a:spLocks noGrp="1"/>
          </p:cNvSpPr>
          <p:nvPr/>
        </p:nvSpPr>
        <p:spPr>
          <a:xfrm>
            <a:off x="6248400" y="2724150"/>
            <a:ext cx="1905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016" lnSpcReduction="20000"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modelo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05F633F7-39ED-47AE-82E8-F0FE84C788FB}"/>
              </a:ext>
            </a:extLst>
          </p:cNvPr>
          <p:cNvSpPr>
            <a:spLocks noGrp="1"/>
          </p:cNvSpPr>
          <p:nvPr/>
        </p:nvSpPr>
        <p:spPr>
          <a:xfrm>
            <a:off x="8858250" y="2495550"/>
            <a:ext cx="2133600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7DCE2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F763F2FC-2DD2-4CD0-99FD-66B2CDDCE18D}"/>
              </a:ext>
            </a:extLst>
          </p:cNvPr>
          <p:cNvSpPr>
            <a:spLocks noGrp="1"/>
          </p:cNvSpPr>
          <p:nvPr/>
        </p:nvSpPr>
        <p:spPr>
          <a:xfrm>
            <a:off x="8972550" y="2724150"/>
            <a:ext cx="1905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016" lnSpcReduction="20000"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resposta</a:t>
            </a: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228D2FBE-BE9A-E2B5-2623-D294E741CD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122" y="3541564"/>
            <a:ext cx="5254855" cy="2089447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74FC7AC9-E1C5-3ED2-6933-71ED54DCE8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023" y="3541564"/>
            <a:ext cx="5459775" cy="2441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198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3CAE77-8DFC-09C4-DA3D-FA8038B56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0C7C1EA1-472A-0CA1-DBA4-C492DB637759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100965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087C75"/>
                </a:solidFill>
                <a:latin typeface="Arial"/>
                <a:ea typeface="Arial"/>
                <a:cs typeface="Arial"/>
              </a:rPr>
              <a:t>A </a:t>
            </a:r>
            <a:r>
              <a:rPr sz="1575" b="1" dirty="0" err="1">
                <a:solidFill>
                  <a:srgbClr val="087C75"/>
                </a:solidFill>
                <a:latin typeface="Arial"/>
                <a:ea typeface="Arial"/>
                <a:cs typeface="Arial"/>
              </a:rPr>
              <a:t>janela</a:t>
            </a:r>
            <a:r>
              <a:rPr sz="1575" b="1" dirty="0">
                <a:solidFill>
                  <a:srgbClr val="087C75"/>
                </a:solidFill>
                <a:latin typeface="Arial"/>
                <a:ea typeface="Arial"/>
                <a:cs typeface="Arial"/>
              </a:rPr>
              <a:t> de </a:t>
            </a:r>
            <a:r>
              <a:rPr sz="1575" b="1" dirty="0" err="1">
                <a:solidFill>
                  <a:srgbClr val="087C75"/>
                </a:solidFill>
                <a:latin typeface="Arial"/>
                <a:ea typeface="Arial"/>
                <a:cs typeface="Arial"/>
              </a:rPr>
              <a:t>contexto</a:t>
            </a:r>
            <a:r>
              <a:rPr sz="1575" b="1" dirty="0">
                <a:solidFill>
                  <a:srgbClr val="087C75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1" dirty="0" err="1">
                <a:solidFill>
                  <a:srgbClr val="087C75"/>
                </a:solidFill>
                <a:latin typeface="Arial"/>
                <a:ea typeface="Arial"/>
                <a:cs typeface="Arial"/>
              </a:rPr>
              <a:t>limita</a:t>
            </a:r>
            <a:r>
              <a:rPr sz="1575" b="1" dirty="0">
                <a:solidFill>
                  <a:srgbClr val="087C75"/>
                </a:solidFill>
                <a:latin typeface="Arial"/>
                <a:ea typeface="Arial"/>
                <a:cs typeface="Arial"/>
              </a:rPr>
              <a:t> a </a:t>
            </a:r>
            <a:r>
              <a:rPr sz="1575" b="1" dirty="0" err="1">
                <a:solidFill>
                  <a:srgbClr val="087C75"/>
                </a:solidFill>
                <a:latin typeface="Arial"/>
                <a:ea typeface="Arial"/>
                <a:cs typeface="Arial"/>
              </a:rPr>
              <a:t>quantidade</a:t>
            </a:r>
            <a:r>
              <a:rPr sz="1575" b="1" dirty="0">
                <a:solidFill>
                  <a:srgbClr val="087C75"/>
                </a:solidFill>
                <a:latin typeface="Arial"/>
                <a:ea typeface="Arial"/>
                <a:cs typeface="Arial"/>
              </a:rPr>
              <a:t> de tokens </a:t>
            </a:r>
            <a:r>
              <a:rPr sz="1575" b="1" dirty="0" err="1">
                <a:solidFill>
                  <a:srgbClr val="087C75"/>
                </a:solidFill>
                <a:latin typeface="Arial"/>
                <a:ea typeface="Arial"/>
                <a:cs typeface="Arial"/>
              </a:rPr>
              <a:t>que</a:t>
            </a:r>
            <a:r>
              <a:rPr sz="1575" b="1" dirty="0">
                <a:solidFill>
                  <a:srgbClr val="087C75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1" dirty="0" err="1">
                <a:solidFill>
                  <a:srgbClr val="087C75"/>
                </a:solidFill>
                <a:latin typeface="Arial"/>
                <a:ea typeface="Arial"/>
                <a:cs typeface="Arial"/>
              </a:rPr>
              <a:t>cabe</a:t>
            </a:r>
            <a:r>
              <a:rPr sz="1575" b="1" dirty="0">
                <a:solidFill>
                  <a:srgbClr val="087C75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1" dirty="0" err="1">
                <a:solidFill>
                  <a:srgbClr val="087C75"/>
                </a:solidFill>
                <a:latin typeface="Arial"/>
                <a:ea typeface="Arial"/>
                <a:cs typeface="Arial"/>
              </a:rPr>
              <a:t>em</a:t>
            </a:r>
            <a:r>
              <a:rPr sz="1575" b="1" dirty="0">
                <a:solidFill>
                  <a:srgbClr val="087C75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1" dirty="0" err="1">
                <a:solidFill>
                  <a:srgbClr val="087C75"/>
                </a:solidFill>
                <a:latin typeface="Arial"/>
                <a:ea typeface="Arial"/>
                <a:cs typeface="Arial"/>
              </a:rPr>
              <a:t>uma</a:t>
            </a:r>
            <a:r>
              <a:rPr sz="1575" b="1" dirty="0">
                <a:solidFill>
                  <a:srgbClr val="087C75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1" dirty="0" err="1">
                <a:solidFill>
                  <a:srgbClr val="087C75"/>
                </a:solidFill>
                <a:latin typeface="Arial"/>
                <a:ea typeface="Arial"/>
                <a:cs typeface="Arial"/>
              </a:rPr>
              <a:t>chamada</a:t>
            </a:r>
            <a:r>
              <a:rPr sz="1575" b="1" dirty="0">
                <a:solidFill>
                  <a:srgbClr val="087C75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F49041FF-C202-CDF2-BAB9-D1BBA81C92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2115" y="1027973"/>
            <a:ext cx="8187769" cy="4573453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AC031689-E550-0500-DD1D-4EB9A45E9AD5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087C75"/>
                </a:solidFill>
                <a:latin typeface="Arial"/>
                <a:ea typeface="Arial"/>
                <a:cs typeface="Arial"/>
              </a:defRPr>
            </a:pPr>
            <a:r>
              <a:rPr lang="en-US" sz="1050" b="1" dirty="0">
                <a:solidFill>
                  <a:srgbClr val="087C75"/>
                </a:solidFill>
                <a:latin typeface="Arial"/>
                <a:ea typeface="Arial"/>
                <a:cs typeface="Arial"/>
              </a:rPr>
              <a:t>CONCEITO CHAVE</a:t>
            </a:r>
            <a:endParaRPr sz="1050" b="1" dirty="0">
              <a:solidFill>
                <a:srgbClr val="087C7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48284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5509FC3A-034A-4D6F-98D6-5C652776E963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49E0C8"/>
                </a:solidFill>
                <a:latin typeface="Arial"/>
                <a:ea typeface="Arial"/>
                <a:cs typeface="Arial"/>
              </a:defRPr>
            </a:pPr>
            <a:r>
              <a:rPr lang="en-US" sz="1050" b="1" dirty="0">
                <a:solidFill>
                  <a:srgbClr val="49E0C8"/>
                </a:solidFill>
                <a:latin typeface="Arial"/>
                <a:ea typeface="Arial"/>
                <a:cs typeface="Arial"/>
              </a:rPr>
              <a:t>LIBERDADE CRIATIVA</a:t>
            </a:r>
            <a:endParaRPr sz="1050" b="1" dirty="0">
              <a:solidFill>
                <a:srgbClr val="49E0C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4EF220B-A409-496E-8779-B390F2D2A186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Temperatur</a:t>
            </a:r>
            <a:r>
              <a:rPr lang="en-US" sz="31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</a:t>
            </a:r>
            <a:r>
              <a:rPr sz="31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altera a </a:t>
            </a:r>
            <a:r>
              <a:rPr sz="31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variedade</a:t>
            </a:r>
            <a:endParaRPr sz="315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21E4057-6C7E-47CB-8998-17B444C3C6FF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133"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AAB5C9"/>
                </a:solidFill>
                <a:latin typeface="Arial"/>
                <a:ea typeface="Arial"/>
                <a:cs typeface="Arial"/>
              </a:defRPr>
            </a:pPr>
            <a:r>
              <a:rPr sz="1050" b="0" dirty="0">
                <a:solidFill>
                  <a:srgbClr val="AAB5C9"/>
                </a:solidFill>
                <a:latin typeface="Arial"/>
                <a:ea typeface="Arial"/>
                <a:cs typeface="Arial"/>
              </a:rPr>
              <a:t>Aula 1 - LLM APIs 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F892CFE5-42E1-4307-95DC-1731B26ACEBD}"/>
              </a:ext>
            </a:extLst>
          </p:cNvPr>
          <p:cNvSpPr>
            <a:spLocks noGrp="1"/>
          </p:cNvSpPr>
          <p:nvPr/>
        </p:nvSpPr>
        <p:spPr>
          <a:xfrm>
            <a:off x="742950" y="1809750"/>
            <a:ext cx="5143500" cy="1714500"/>
          </a:xfrm>
          <a:prstGeom prst="roundRect">
            <a:avLst>
              <a:gd name="adj" fmla="val 3810"/>
            </a:avLst>
          </a:prstGeom>
          <a:solidFill>
            <a:srgbClr val="1B2D51"/>
          </a:solidFill>
          <a:ln w="9525">
            <a:solidFill>
              <a:srgbClr val="2B3F63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BBB9236-3BEA-4969-B563-B48A65BBCE7F}"/>
              </a:ext>
            </a:extLst>
          </p:cNvPr>
          <p:cNvSpPr>
            <a:spLocks noGrp="1"/>
          </p:cNvSpPr>
          <p:nvPr/>
        </p:nvSpPr>
        <p:spPr>
          <a:xfrm>
            <a:off x="1047750" y="2171700"/>
            <a:ext cx="4191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481" lnSpcReduction="20000"/>
          </a:bodyPr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49E0C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9E0C8"/>
                </a:solidFill>
                <a:latin typeface="Arial"/>
                <a:ea typeface="Arial"/>
                <a:cs typeface="Arial"/>
              </a:rPr>
              <a:t>temperature = 0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9BC4383-2374-41A1-AF10-0A60E984A680}"/>
              </a:ext>
            </a:extLst>
          </p:cNvPr>
          <p:cNvSpPr>
            <a:spLocks noGrp="1"/>
          </p:cNvSpPr>
          <p:nvPr/>
        </p:nvSpPr>
        <p:spPr>
          <a:xfrm>
            <a:off x="1047750" y="2705100"/>
            <a:ext cx="4000500" cy="152400"/>
          </a:xfrm>
          <a:prstGeom prst="rect">
            <a:avLst/>
          </a:prstGeom>
          <a:solidFill>
            <a:srgbClr val="49E0C8"/>
          </a:solidFill>
          <a:ln w="0"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6CCDDE3-17FF-4440-87F8-CF3FE3B2E49D}"/>
              </a:ext>
            </a:extLst>
          </p:cNvPr>
          <p:cNvSpPr>
            <a:spLocks noGrp="1"/>
          </p:cNvSpPr>
          <p:nvPr/>
        </p:nvSpPr>
        <p:spPr>
          <a:xfrm>
            <a:off x="1047750" y="3162300"/>
            <a:ext cx="4381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452"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D6DFE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6DFEC"/>
                </a:solidFill>
                <a:latin typeface="Arial"/>
                <a:ea typeface="Arial"/>
                <a:cs typeface="Arial"/>
              </a:rPr>
              <a:t>tende a ser mais previsível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E694E7D-2933-4C1D-9696-BBC16B7A481F}"/>
              </a:ext>
            </a:extLst>
          </p:cNvPr>
          <p:cNvSpPr>
            <a:spLocks noGrp="1"/>
          </p:cNvSpPr>
          <p:nvPr/>
        </p:nvSpPr>
        <p:spPr>
          <a:xfrm>
            <a:off x="6362700" y="1809750"/>
            <a:ext cx="5143500" cy="1714500"/>
          </a:xfrm>
          <a:prstGeom prst="roundRect">
            <a:avLst>
              <a:gd name="adj" fmla="val 3810"/>
            </a:avLst>
          </a:prstGeom>
          <a:solidFill>
            <a:srgbClr val="1B2D51"/>
          </a:solidFill>
          <a:ln w="9525">
            <a:solidFill>
              <a:srgbClr val="2B3F63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CC03DE3-F4AD-4268-9E93-C7A29D478494}"/>
              </a:ext>
            </a:extLst>
          </p:cNvPr>
          <p:cNvSpPr>
            <a:spLocks noGrp="1"/>
          </p:cNvSpPr>
          <p:nvPr/>
        </p:nvSpPr>
        <p:spPr>
          <a:xfrm>
            <a:off x="6667500" y="2171700"/>
            <a:ext cx="4191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481" lnSpcReduction="20000"/>
          </a:bodyPr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49E0C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9E0C8"/>
                </a:solidFill>
                <a:latin typeface="Arial"/>
                <a:ea typeface="Arial"/>
                <a:cs typeface="Arial"/>
              </a:rPr>
              <a:t>temperature = 1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864C215-8F99-4DAE-97BF-E1BF3362678F}"/>
              </a:ext>
            </a:extLst>
          </p:cNvPr>
          <p:cNvSpPr>
            <a:spLocks noGrp="1"/>
          </p:cNvSpPr>
          <p:nvPr/>
        </p:nvSpPr>
        <p:spPr>
          <a:xfrm>
            <a:off x="6667500" y="2705100"/>
            <a:ext cx="2476500" cy="152400"/>
          </a:xfrm>
          <a:prstGeom prst="rect">
            <a:avLst/>
          </a:prstGeom>
          <a:solidFill>
            <a:srgbClr val="58B5AD"/>
          </a:solidFill>
          <a:ln w="0"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1679597-5B2F-4213-9332-DED28E7ADC8F}"/>
              </a:ext>
            </a:extLst>
          </p:cNvPr>
          <p:cNvSpPr>
            <a:spLocks noGrp="1"/>
          </p:cNvSpPr>
          <p:nvPr/>
        </p:nvSpPr>
        <p:spPr>
          <a:xfrm>
            <a:off x="6667500" y="3162300"/>
            <a:ext cx="4381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452"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D6DFE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6DFEC"/>
                </a:solidFill>
                <a:latin typeface="Arial"/>
                <a:ea typeface="Arial"/>
                <a:cs typeface="Arial"/>
              </a:rPr>
              <a:t>tende a variar mais</a:t>
            </a: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637B1AB8-0981-7295-D978-F7CB287C9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737" y="3733800"/>
            <a:ext cx="7254525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546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B5C158-1CE3-DAE9-0987-EB432BB88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639EB9C-829D-958C-9029-AC88B2CB5B67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31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Em </a:t>
            </a:r>
            <a:r>
              <a:rPr lang="en-US" sz="31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resumo</a:t>
            </a:r>
            <a:r>
              <a:rPr lang="en-US" sz="31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…</a:t>
            </a:r>
            <a:endParaRPr sz="315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E17D5AF-6038-9C8E-A6C7-8C4AF542717B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133"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AAB5C9"/>
                </a:solidFill>
                <a:latin typeface="Arial"/>
                <a:ea typeface="Arial"/>
                <a:cs typeface="Arial"/>
              </a:defRPr>
            </a:pPr>
            <a:r>
              <a:rPr sz="1050" b="0" dirty="0">
                <a:solidFill>
                  <a:srgbClr val="AAB5C9"/>
                </a:solidFill>
                <a:latin typeface="Arial"/>
                <a:ea typeface="Arial"/>
                <a:cs typeface="Arial"/>
              </a:rPr>
              <a:t>Aula 1 - LLM APIs 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25633B6-D7B2-0758-BB77-FB43F26A4D05}"/>
              </a:ext>
            </a:extLst>
          </p:cNvPr>
          <p:cNvSpPr>
            <a:spLocks noGrp="1"/>
          </p:cNvSpPr>
          <p:nvPr/>
        </p:nvSpPr>
        <p:spPr>
          <a:xfrm>
            <a:off x="685800" y="1981200"/>
            <a:ext cx="3895725" cy="3371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100" b="0">
                <a:solidFill>
                  <a:srgbClr val="D6DFEC"/>
                </a:solidFill>
                <a:latin typeface="Arial"/>
                <a:ea typeface="Arial"/>
                <a:cs typeface="Arial"/>
              </a:defRPr>
            </a:pPr>
            <a:r>
              <a:rPr lang="pt-BR" sz="2100" dirty="0">
                <a:solidFill>
                  <a:srgbClr val="D6DFEC"/>
                </a:solidFill>
                <a:latin typeface="Arial"/>
              </a:rPr>
              <a:t>A integração de Grandes Modelos de Linguagem (</a:t>
            </a:r>
            <a:r>
              <a:rPr lang="pt-BR" sz="2100" dirty="0" err="1">
                <a:solidFill>
                  <a:srgbClr val="D6DFEC"/>
                </a:solidFill>
                <a:latin typeface="Arial"/>
              </a:rPr>
              <a:t>LLMs</a:t>
            </a:r>
            <a:r>
              <a:rPr lang="pt-BR" sz="2100" dirty="0">
                <a:solidFill>
                  <a:srgbClr val="D6DFEC"/>
                </a:solidFill>
                <a:latin typeface="Arial"/>
              </a:rPr>
              <a:t>) a sistemas digitais melhora a qualidade dos serviços e viabiliza novas funcionalidades. O uso de APIs garante o controle sobre essa tecnologia e facilita sua oferta a terceiros.</a:t>
            </a:r>
            <a:endParaRPr sz="2100" b="0" dirty="0">
              <a:solidFill>
                <a:srgbClr val="D6DFEC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" name="Imagem 6" descr="LLM Diagram">
            <a:extLst>
              <a:ext uri="{FF2B5EF4-FFF2-40B4-BE49-F238E27FC236}">
                <a16:creationId xmlns:a16="http://schemas.microsoft.com/office/drawing/2014/main" id="{F25E24EA-02A6-5F62-276C-50EE998CF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4925" y="1605671"/>
            <a:ext cx="6640874" cy="433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832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5F6D1233-82A5-4BFC-87C8-049D618B0835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49E0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E0C8"/>
                </a:solidFill>
                <a:latin typeface="Arial"/>
                <a:ea typeface="Arial"/>
                <a:cs typeface="Arial"/>
              </a:rPr>
              <a:t>PRÓXIMA AULA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BEEBA13-D634-40C0-9EBC-5E34DB52487C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Context Engineering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9F70BD0-EE3C-4FC4-A754-1FCDD34F2428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133"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AAB5C9"/>
                </a:solidFill>
                <a:latin typeface="Arial"/>
                <a:ea typeface="Arial"/>
                <a:cs typeface="Arial"/>
              </a:defRPr>
            </a:pPr>
            <a:r>
              <a:rPr sz="1050" b="0" dirty="0">
                <a:solidFill>
                  <a:srgbClr val="AAB5C9"/>
                </a:solidFill>
                <a:latin typeface="Arial"/>
                <a:ea typeface="Arial"/>
                <a:cs typeface="Arial"/>
              </a:rPr>
              <a:t>Aula 1 - LLM APIs 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E91A03D-AC56-4E0A-A3F6-3904CF4C64D4}"/>
              </a:ext>
            </a:extLst>
          </p:cNvPr>
          <p:cNvSpPr>
            <a:spLocks noGrp="1"/>
          </p:cNvSpPr>
          <p:nvPr/>
        </p:nvSpPr>
        <p:spPr>
          <a:xfrm>
            <a:off x="685800" y="2209799"/>
            <a:ext cx="4076700" cy="30384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lnSpc>
                <a:spcPct val="105000"/>
              </a:lnSpc>
              <a:buNone/>
              <a:defRPr sz="2100" b="0">
                <a:solidFill>
                  <a:srgbClr val="D6DFEC"/>
                </a:solidFill>
                <a:latin typeface="Arial"/>
                <a:ea typeface="Arial"/>
                <a:cs typeface="Arial"/>
              </a:defRPr>
            </a:pPr>
            <a:r>
              <a:rPr sz="2100" b="0" dirty="0">
                <a:solidFill>
                  <a:srgbClr val="D6DFEC"/>
                </a:solidFill>
                <a:latin typeface="Arial"/>
                <a:ea typeface="Arial"/>
                <a:cs typeface="Arial"/>
              </a:rPr>
              <a:t>Na Aula 2, </a:t>
            </a:r>
            <a:r>
              <a:rPr sz="2100" b="0" dirty="0" err="1">
                <a:solidFill>
                  <a:srgbClr val="D6DFEC"/>
                </a:solidFill>
                <a:latin typeface="Arial"/>
                <a:ea typeface="Arial"/>
                <a:cs typeface="Arial"/>
              </a:rPr>
              <a:t>vamos</a:t>
            </a:r>
            <a:r>
              <a:rPr sz="2100" b="0" dirty="0">
                <a:solidFill>
                  <a:srgbClr val="D6DFEC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D6DFEC"/>
                </a:solidFill>
                <a:latin typeface="Arial"/>
                <a:ea typeface="Arial"/>
                <a:cs typeface="Arial"/>
              </a:rPr>
              <a:t>escolher</a:t>
            </a:r>
            <a:r>
              <a:rPr sz="2100" b="1" dirty="0">
                <a:solidFill>
                  <a:srgbClr val="D6DFEC"/>
                </a:solidFill>
                <a:latin typeface="Arial"/>
                <a:ea typeface="Arial"/>
                <a:cs typeface="Arial"/>
              </a:rPr>
              <a:t> e </a:t>
            </a:r>
            <a:r>
              <a:rPr sz="2100" b="1" dirty="0" err="1">
                <a:solidFill>
                  <a:srgbClr val="D6DFEC"/>
                </a:solidFill>
                <a:latin typeface="Arial"/>
                <a:ea typeface="Arial"/>
                <a:cs typeface="Arial"/>
              </a:rPr>
              <a:t>organizar</a:t>
            </a:r>
            <a:r>
              <a:rPr sz="2100" b="1" dirty="0">
                <a:solidFill>
                  <a:srgbClr val="D6DFEC"/>
                </a:solidFill>
                <a:latin typeface="Arial"/>
                <a:ea typeface="Arial"/>
                <a:cs typeface="Arial"/>
              </a:rPr>
              <a:t> a </a:t>
            </a:r>
            <a:r>
              <a:rPr sz="2100" b="1" dirty="0" err="1">
                <a:solidFill>
                  <a:srgbClr val="D6DFEC"/>
                </a:solidFill>
                <a:latin typeface="Arial"/>
                <a:ea typeface="Arial"/>
                <a:cs typeface="Arial"/>
              </a:rPr>
              <a:t>informação</a:t>
            </a:r>
            <a:r>
              <a:rPr sz="2100" b="0" dirty="0">
                <a:solidFill>
                  <a:srgbClr val="D6DFEC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0" dirty="0" err="1">
                <a:solidFill>
                  <a:srgbClr val="D6DFEC"/>
                </a:solidFill>
                <a:latin typeface="Arial"/>
                <a:ea typeface="Arial"/>
                <a:cs typeface="Arial"/>
              </a:rPr>
              <a:t>que</a:t>
            </a:r>
            <a:r>
              <a:rPr sz="2100" b="0" dirty="0">
                <a:solidFill>
                  <a:srgbClr val="D6DFEC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0" dirty="0" err="1">
                <a:solidFill>
                  <a:srgbClr val="D6DFEC"/>
                </a:solidFill>
                <a:latin typeface="Arial"/>
                <a:ea typeface="Arial"/>
                <a:cs typeface="Arial"/>
              </a:rPr>
              <a:t>entra</a:t>
            </a:r>
            <a:r>
              <a:rPr sz="2100" b="0" dirty="0">
                <a:solidFill>
                  <a:srgbClr val="D6DFEC"/>
                </a:solidFill>
                <a:latin typeface="Arial"/>
                <a:ea typeface="Arial"/>
                <a:cs typeface="Arial"/>
              </a:rPr>
              <a:t> no </a:t>
            </a:r>
            <a:r>
              <a:rPr sz="2100" b="0" dirty="0" err="1">
                <a:solidFill>
                  <a:srgbClr val="D6DFEC"/>
                </a:solidFill>
                <a:latin typeface="Arial"/>
                <a:ea typeface="Arial"/>
                <a:cs typeface="Arial"/>
              </a:rPr>
              <a:t>contexto</a:t>
            </a:r>
            <a:r>
              <a:rPr sz="2100" b="0" dirty="0">
                <a:solidFill>
                  <a:srgbClr val="D6DFEC"/>
                </a:solidFill>
                <a:latin typeface="Arial"/>
                <a:ea typeface="Arial"/>
                <a:cs typeface="Arial"/>
              </a:rPr>
              <a:t> antes de chamar o </a:t>
            </a:r>
            <a:r>
              <a:rPr sz="2100" b="0" dirty="0" err="1">
                <a:solidFill>
                  <a:srgbClr val="D6DFEC"/>
                </a:solidFill>
                <a:latin typeface="Arial"/>
                <a:ea typeface="Arial"/>
                <a:cs typeface="Arial"/>
              </a:rPr>
              <a:t>modelo</a:t>
            </a:r>
            <a:r>
              <a:rPr sz="2100" b="0" dirty="0">
                <a:solidFill>
                  <a:srgbClr val="D6DFEC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C0C94017-B2FD-0451-AD29-14BB23A2E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3890" y="1809750"/>
            <a:ext cx="5925977" cy="36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12916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400430B-5AEF-4969-9F0B-7B0D2D8C2228}">
  <we:reference id="wa200010001" version="1.0.0.1" store="pt-BR" storeType="OMEX"/>
  <we:alternateReferences>
    <we:reference id="WA200010001" version="1.0.0.1" store="" storeType="OMEX"/>
  </we:alternateReferences>
  <we:properties>
    <we:property name="claude.fileId" value="&quot;96f208e4-a25a-41f3-9212-795aecde2b7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652</Words>
  <Application>Microsoft Office PowerPoint</Application>
  <DocSecurity>0</DocSecurity>
  <PresentationFormat>Widescreen</PresentationFormat>
  <Paragraphs>81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Agency FB</vt:lpstr>
      <vt:lpstr>Arial</vt:lpstr>
      <vt:lpstr>Calibri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Erick Cardoso Mendes</cp:lastModifiedBy>
  <cp:revision>1</cp:revision>
  <dcterms:created xsi:type="dcterms:W3CDTF">2026-09-21T19:06:02Z</dcterms:created>
  <dcterms:modified xsi:type="dcterms:W3CDTF">2026-09-28T20:45:58Z</dcterms:modified>
</cp:coreProperties>
</file>